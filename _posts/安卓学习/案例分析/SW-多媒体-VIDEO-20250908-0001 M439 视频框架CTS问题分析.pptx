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3.xml" ContentType="application/vnd.openxmlformats-officedocument.theme+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ags/tag2.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p:sldMasterIdLst>
    <p:sldMasterId id="2147483648" r:id="rId1"/>
    <p:sldMasterId id="2147483657" r:id="rId2"/>
    <p:sldMasterId id="2147483669" r:id="rId3"/>
    <p:sldMasterId id="2147483680" r:id="rId4"/>
  </p:sldMasterIdLst>
  <p:notesMasterIdLst>
    <p:notesMasterId r:id="rId26"/>
  </p:notesMasterIdLst>
  <p:sldIdLst>
    <p:sldId id="6170" r:id="rId5"/>
    <p:sldId id="1394" r:id="rId6"/>
    <p:sldId id="6162" r:id="rId7"/>
    <p:sldId id="1401" r:id="rId8"/>
    <p:sldId id="6171" r:id="rId9"/>
    <p:sldId id="1379" r:id="rId10"/>
    <p:sldId id="6172" r:id="rId11"/>
    <p:sldId id="1389" r:id="rId12"/>
    <p:sldId id="6173" r:id="rId13"/>
    <p:sldId id="1385" r:id="rId14"/>
    <p:sldId id="6199" r:id="rId15"/>
    <p:sldId id="6198" r:id="rId16"/>
    <p:sldId id="6194" r:id="rId17"/>
    <p:sldId id="6195" r:id="rId18"/>
    <p:sldId id="6196" r:id="rId19"/>
    <p:sldId id="6174" r:id="rId20"/>
    <p:sldId id="6193" r:id="rId21"/>
    <p:sldId id="6197" r:id="rId22"/>
    <p:sldId id="6175" r:id="rId23"/>
    <p:sldId id="1380" r:id="rId24"/>
    <p:sldId id="6176" r:id="rId25"/>
  </p:sldIdLst>
  <p:sldSz cx="12192000" cy="6858000"/>
  <p:notesSz cx="6858000" cy="9144000"/>
  <p:custDataLst>
    <p:tags r:id="rId27"/>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B0609"/>
    <a:srgbClr val="CF3138"/>
    <a:srgbClr val="3333FF"/>
    <a:srgbClr val="BA494F"/>
    <a:srgbClr val="FFFFFF"/>
    <a:srgbClr val="C44F3C"/>
    <a:srgbClr val="7CA193"/>
    <a:srgbClr val="1010F0"/>
    <a:srgbClr val="A5B07B"/>
    <a:srgbClr val="F1F1F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216" autoAdjust="0"/>
    <p:restoredTop sz="93963" autoAdjust="0"/>
  </p:normalViewPr>
  <p:slideViewPr>
    <p:cSldViewPr snapToGrid="0" showGuides="1">
      <p:cViewPr varScale="1">
        <p:scale>
          <a:sx n="127" d="100"/>
          <a:sy n="127" d="100"/>
        </p:scale>
        <p:origin x="304" y="192"/>
      </p:cViewPr>
      <p:guideLst>
        <p:guide orient="horz" pos="2160"/>
        <p:guide pos="3840"/>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57" d="100"/>
          <a:sy n="57" d="100"/>
        </p:scale>
        <p:origin x="2808" y="3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 Type="http://schemas.openxmlformats.org/officeDocument/2006/relationships/slideMaster" Target="slideMasters/slideMaster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ags" Target="tags/tag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9E800AD-93AD-4C4C-85DD-6086F39F5F44}" type="datetimeFigureOut">
              <a:rPr lang="zh-CN" altLang="en-US" smtClean="0"/>
              <a:t>2025/9/7</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CA8361D-8C5B-4832-B897-84B74FD7AE54}"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2387501" y="94782"/>
            <a:ext cx="7052899" cy="889066"/>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838200" y="1825625"/>
            <a:ext cx="10515600" cy="4351338"/>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a:prstGeom prst="rect">
            <a:avLst/>
          </a:prstGeo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2387501" y="94782"/>
            <a:ext cx="7052899" cy="889066"/>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a:prstGeom prst="rect">
            <a:avLst/>
          </a:prstGeo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2387501" y="94782"/>
            <a:ext cx="7052899" cy="889066"/>
          </a:xfrm>
          <a:prstGeom prst="rect">
            <a:avLst/>
          </a:prstGeom>
        </p:spPr>
        <p:txBody>
          <a:bodyPr/>
          <a:lstStyle/>
          <a:p>
            <a:r>
              <a:rPr lang="zh-CN" altLang="en-US"/>
              <a:t>单击此处编辑母版标题样式</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Blank">
    <p:spTree>
      <p:nvGrpSpPr>
        <p:cNvPr id="1" name=""/>
        <p:cNvGrpSpPr/>
        <p:nvPr/>
      </p:nvGrpSpPr>
      <p:grpSpPr>
        <a:xfrm>
          <a:off x="0" y="0"/>
          <a:ext cx="0" cy="0"/>
          <a:chOff x="0" y="0"/>
          <a:chExt cx="0" cy="0"/>
        </a:xfrm>
      </p:grpSpPr>
      <p:sp>
        <p:nvSpPr>
          <p:cNvPr id="6" name="Footer Placeholder 3"/>
          <p:cNvSpPr>
            <a:spLocks noGrp="1"/>
          </p:cNvSpPr>
          <p:nvPr>
            <p:ph type="ftr" sz="quarter" idx="11"/>
          </p:nvPr>
        </p:nvSpPr>
        <p:spPr>
          <a:xfrm>
            <a:off x="171669" y="6401522"/>
            <a:ext cx="4114800" cy="365125"/>
          </a:xfrm>
        </p:spPr>
        <p:txBody>
          <a:bodyPr/>
          <a:lstStyle>
            <a:lvl1pPr algn="l">
              <a:defRPr sz="1600" i="1">
                <a:solidFill>
                  <a:schemeClr val="bg1">
                    <a:lumMod val="50000"/>
                  </a:schemeClr>
                </a:solidFill>
              </a:defRPr>
            </a:lvl1pPr>
          </a:lstStyle>
          <a:p>
            <a:r>
              <a:rPr lang="en-GB"/>
              <a:t>Company Name</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369B57F1-69E0-47C0-93B4-D0FAD86E9417}" type="datetimeFigureOut">
              <a:rPr lang="zh-CN" altLang="en-US" smtClean="0"/>
              <a:t>2025/9/7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E6A2691-C292-4C45-BE27-81DB2E216495}"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369B57F1-69E0-47C0-93B4-D0FAD86E9417}" type="datetimeFigureOut">
              <a:rPr lang="zh-CN" altLang="en-US" smtClean="0"/>
              <a:t>2025/9/7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E6A2691-C292-4C45-BE27-81DB2E216495}"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369B57F1-69E0-47C0-93B4-D0FAD86E9417}" type="datetimeFigureOut">
              <a:rPr lang="zh-CN" altLang="en-US" smtClean="0"/>
              <a:t>2025/9/7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E6A2691-C292-4C45-BE27-81DB2E216495}"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369B57F1-69E0-47C0-93B4-D0FAD86E9417}" type="datetimeFigureOut">
              <a:rPr lang="zh-CN" altLang="en-US" smtClean="0"/>
              <a:t>2025/9/7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E6A2691-C292-4C45-BE27-81DB2E216495}" type="slidenum">
              <a:rPr lang="zh-CN" altLang="en-US" smtClean="0"/>
              <a:t>‹#›</a:t>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369B57F1-69E0-47C0-93B4-D0FAD86E9417}" type="datetimeFigureOut">
              <a:rPr lang="zh-CN" altLang="en-US" smtClean="0"/>
              <a:t>2025/9/7</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2E6A2691-C292-4C45-BE27-81DB2E216495}" type="slidenum">
              <a:rPr lang="zh-CN" altLang="en-US" smtClean="0"/>
              <a:t>‹#›</a:t>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369B57F1-69E0-47C0-93B4-D0FAD86E9417}" type="datetimeFigureOut">
              <a:rPr lang="zh-CN" altLang="en-US" smtClean="0"/>
              <a:t>2025/9/7</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2E6A2691-C292-4C45-BE27-81DB2E216495}" type="slidenum">
              <a:rPr lang="zh-CN" altLang="en-US" smtClean="0"/>
              <a:t>‹#›</a:t>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369B57F1-69E0-47C0-93B4-D0FAD86E9417}" type="datetimeFigureOut">
              <a:rPr lang="zh-CN" altLang="en-US" smtClean="0"/>
              <a:t>2025/9/7</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2E6A2691-C292-4C45-BE27-81DB2E216495}" type="slidenum">
              <a:rPr lang="zh-CN" altLang="en-US" smtClean="0"/>
              <a:t>‹#›</a:t>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369B57F1-69E0-47C0-93B4-D0FAD86E9417}" type="datetimeFigureOut">
              <a:rPr lang="zh-CN" altLang="en-US" smtClean="0"/>
              <a:t>2025/9/7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E6A2691-C292-4C45-BE27-81DB2E216495}" type="slidenum">
              <a:rPr lang="zh-CN" altLang="en-US" smtClean="0"/>
              <a:t>‹#›</a:t>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369B57F1-69E0-47C0-93B4-D0FAD86E9417}" type="datetimeFigureOut">
              <a:rPr lang="zh-CN" altLang="en-US" smtClean="0"/>
              <a:t>2025/9/7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E6A2691-C292-4C45-BE27-81DB2E216495}" type="slidenum">
              <a:rPr lang="zh-CN" altLang="en-US" smtClean="0"/>
              <a:t>‹#›</a:t>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369B57F1-69E0-47C0-93B4-D0FAD86E9417}" type="datetimeFigureOut">
              <a:rPr lang="zh-CN" altLang="en-US" smtClean="0"/>
              <a:t>2025/9/7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E6A2691-C292-4C45-BE27-81DB2E216495}" type="slidenum">
              <a:rPr lang="zh-CN" altLang="en-US" smtClean="0"/>
              <a:t>‹#›</a:t>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369B57F1-69E0-47C0-93B4-D0FAD86E9417}" type="datetimeFigureOut">
              <a:rPr lang="zh-CN" altLang="en-US" smtClean="0"/>
              <a:t>2025/9/7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E6A2691-C292-4C45-BE27-81DB2E216495}" type="slidenum">
              <a:rPr lang="zh-CN" altLang="en-US" smtClean="0"/>
              <a:t>‹#›</a:t>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524000" y="1322962"/>
            <a:ext cx="9144000" cy="2187001"/>
          </a:xfrm>
        </p:spPr>
        <p:txBody>
          <a:bodyPr anchor="b">
            <a:normAutofit/>
          </a:bodyPr>
          <a:lstStyle>
            <a:lvl1pPr algn="ctr">
              <a:lnSpc>
                <a:spcPct val="130000"/>
              </a:lnSpc>
              <a:defRPr sz="6000">
                <a:effectLst>
                  <a:outerShdw blurRad="38100" dist="38100" dir="2700000" algn="tl">
                    <a:srgbClr val="000000">
                      <a:alpha val="43137"/>
                    </a:srgbClr>
                  </a:outerShdw>
                </a:effectLst>
              </a:defRPr>
            </a:lvl1pPr>
          </a:lstStyle>
          <a:p>
            <a:r>
              <a:rPr lang="zh-CN" altLang="en-US" dirty="0"/>
              <a:t>单击此处添加标题</a:t>
            </a:r>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60FBDFE-C587-4B4C-A407-44438C67B59E}" type="datetimeFigureOut">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2025/9/7</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AE70B2-8BF9-45C0-BB95-33D1B9D3A854}" type="slidenum">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3" name="副标题 2"/>
          <p:cNvSpPr>
            <a:spLocks noGrp="1"/>
          </p:cNvSpPr>
          <p:nvPr>
            <p:ph type="subTitle" idx="1" hasCustomPrompt="1"/>
          </p:nvPr>
        </p:nvSpPr>
        <p:spPr>
          <a:xfrm>
            <a:off x="1524000" y="3602038"/>
            <a:ext cx="9144000" cy="1655762"/>
          </a:xfrm>
        </p:spPr>
        <p:txBody>
          <a:bodyPr>
            <a:normAutofit/>
          </a:bodyPr>
          <a:lstStyle>
            <a:lvl1pPr marL="0" indent="0" algn="ctr">
              <a:buNone/>
              <a:defRPr sz="1800">
                <a:solidFill>
                  <a:schemeClr val="tx1">
                    <a:lumMod val="75000"/>
                    <a:lumOff val="25000"/>
                  </a:schemeClr>
                </a:solidFill>
                <a:effectLst/>
                <a:latin typeface="+mj-lt"/>
                <a:ea typeface="+mj-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单击此处添加副标题</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chor="ctr" anchorCtr="0">
            <a:normAutofit/>
          </a:bodyPr>
          <a:lstStyle>
            <a:lvl1pPr>
              <a:defRPr sz="2400" b="1">
                <a:effectLst>
                  <a:outerShdw blurRad="38100" dist="38100" dir="2700000" algn="tl">
                    <a:srgbClr val="000000">
                      <a:alpha val="43137"/>
                    </a:srgbClr>
                  </a:outerShdw>
                </a:effectLst>
              </a:defRPr>
            </a:lvl1pPr>
          </a:lstStyle>
          <a:p>
            <a:r>
              <a:rPr lang="zh-CN" altLang="en-US" dirty="0"/>
              <a:t>单击此处编辑母版标题样式</a:t>
            </a:r>
          </a:p>
        </p:txBody>
      </p:sp>
      <p:sp>
        <p:nvSpPr>
          <p:cNvPr id="3" name="内容占位符 2"/>
          <p:cNvSpPr>
            <a:spLocks noGrp="1"/>
          </p:cNvSpPr>
          <p:nvPr>
            <p:ph idx="1"/>
          </p:nvPr>
        </p:nvSpPr>
        <p:spPr>
          <a:xfrm>
            <a:off x="647700" y="1825625"/>
            <a:ext cx="10515600" cy="4351338"/>
          </a:xfrm>
        </p:spPr>
        <p:txBody>
          <a:bodyPr>
            <a:normAutofit/>
          </a:bodyPr>
          <a:lstStyle>
            <a:lvl1pPr>
              <a:defRPr sz="2000">
                <a:solidFill>
                  <a:schemeClr val="tx1">
                    <a:lumMod val="75000"/>
                    <a:lumOff val="25000"/>
                  </a:schemeClr>
                </a:solidFill>
              </a:defRPr>
            </a:lvl1pPr>
            <a:lvl2pPr>
              <a:defRPr sz="1800">
                <a:solidFill>
                  <a:schemeClr val="tx1">
                    <a:lumMod val="75000"/>
                    <a:lumOff val="25000"/>
                  </a:schemeClr>
                </a:solidFill>
              </a:defRPr>
            </a:lvl2pPr>
            <a:lvl3pPr>
              <a:defRPr sz="1600">
                <a:solidFill>
                  <a:schemeClr val="tx1">
                    <a:lumMod val="75000"/>
                    <a:lumOff val="25000"/>
                  </a:schemeClr>
                </a:solidFill>
              </a:defRPr>
            </a:lvl3pPr>
            <a:lvl4pPr>
              <a:defRPr sz="1600">
                <a:solidFill>
                  <a:schemeClr val="tx1">
                    <a:lumMod val="75000"/>
                    <a:lumOff val="25000"/>
                  </a:schemeClr>
                </a:solidFill>
              </a:defRPr>
            </a:lvl4pPr>
            <a:lvl5pPr>
              <a:defRPr sz="1600">
                <a:solidFill>
                  <a:schemeClr val="tx1">
                    <a:lumMod val="75000"/>
                    <a:lumOff val="25000"/>
                  </a:schemeClr>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60FBDFE-C587-4B4C-A407-44438C67B59E}" type="datetimeFigureOut">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2025/9/7</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AE70B2-8BF9-45C0-BB95-33D1B9D3A854}" type="slidenum">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3751117"/>
            <a:ext cx="7321550" cy="811357"/>
          </a:xfrm>
        </p:spPr>
        <p:txBody>
          <a:bodyPr anchor="b">
            <a:normAutofit/>
          </a:bodyPr>
          <a:lstStyle>
            <a:lvl1pPr>
              <a:defRPr sz="4000">
                <a:effectLst>
                  <a:outerShdw blurRad="38100" dist="38100" dir="2700000" algn="tl">
                    <a:srgbClr val="000000">
                      <a:alpha val="43137"/>
                    </a:srgbClr>
                  </a:outerShdw>
                </a:effectLst>
              </a:defRPr>
            </a:lvl1pPr>
          </a:lstStyle>
          <a:p>
            <a:r>
              <a:rPr lang="zh-CN" altLang="en-US" dirty="0"/>
              <a:t>单击此处编辑母版标题样式</a:t>
            </a:r>
          </a:p>
        </p:txBody>
      </p:sp>
      <p:sp>
        <p:nvSpPr>
          <p:cNvPr id="3" name="文本占位符 2"/>
          <p:cNvSpPr>
            <a:spLocks noGrp="1"/>
          </p:cNvSpPr>
          <p:nvPr>
            <p:ph type="body" idx="1"/>
          </p:nvPr>
        </p:nvSpPr>
        <p:spPr>
          <a:xfrm>
            <a:off x="831850" y="4610028"/>
            <a:ext cx="7321550" cy="647555"/>
          </a:xfrm>
        </p:spPr>
        <p:txBody>
          <a:bodyPr>
            <a:normAutofit/>
          </a:bodyPr>
          <a:lstStyle>
            <a:lvl1pPr marL="0" indent="0">
              <a:buNone/>
              <a:defRPr sz="1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单击此处编辑母版文本样式</a:t>
            </a:r>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60FBDFE-C587-4B4C-A407-44438C67B59E}" type="datetimeFigureOut">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2025/9/7</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AE70B2-8BF9-45C0-BB95-33D1B9D3A854}" type="slidenum">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ormAutofit/>
          </a:bodyPr>
          <a:lstStyle>
            <a:lvl1pPr>
              <a:defRPr sz="2400" b="1" i="0">
                <a:effectLst>
                  <a:outerShdw blurRad="38100" dist="38100" dir="2700000" algn="tl">
                    <a:srgbClr val="000000">
                      <a:alpha val="43137"/>
                    </a:srgbClr>
                  </a:outerShdw>
                </a:effectLst>
              </a:defRPr>
            </a:lvl1pPr>
          </a:lstStyle>
          <a:p>
            <a:r>
              <a:rPr lang="zh-CN" altLang="en-US" dirty="0"/>
              <a:t>单击此处编辑母版标题样式</a:t>
            </a:r>
          </a:p>
        </p:txBody>
      </p:sp>
      <p:sp>
        <p:nvSpPr>
          <p:cNvPr id="3" name="内容占位符 2"/>
          <p:cNvSpPr>
            <a:spLocks noGrp="1"/>
          </p:cNvSpPr>
          <p:nvPr>
            <p:ph sz="half" idx="1"/>
          </p:nvPr>
        </p:nvSpPr>
        <p:spPr>
          <a:xfrm>
            <a:off x="647700" y="1825625"/>
            <a:ext cx="5181600" cy="4351338"/>
          </a:xfrm>
        </p:spPr>
        <p:txBody>
          <a:bodyPr>
            <a:normAutofit/>
          </a:bodyPr>
          <a:lstStyle>
            <a:lvl1pPr>
              <a:lnSpc>
                <a:spcPct val="150000"/>
              </a:lnSpc>
              <a:defRPr sz="2000">
                <a:solidFill>
                  <a:schemeClr val="tx1">
                    <a:lumMod val="75000"/>
                    <a:lumOff val="25000"/>
                  </a:schemeClr>
                </a:solidFill>
              </a:defRPr>
            </a:lvl1pPr>
            <a:lvl2pPr>
              <a:lnSpc>
                <a:spcPct val="150000"/>
              </a:lnSpc>
              <a:defRPr sz="1800">
                <a:solidFill>
                  <a:schemeClr val="tx1">
                    <a:lumMod val="75000"/>
                    <a:lumOff val="25000"/>
                  </a:schemeClr>
                </a:solidFill>
              </a:defRPr>
            </a:lvl2pPr>
            <a:lvl3pPr>
              <a:lnSpc>
                <a:spcPct val="150000"/>
              </a:lnSpc>
              <a:defRPr sz="1600">
                <a:solidFill>
                  <a:schemeClr val="tx1">
                    <a:lumMod val="75000"/>
                    <a:lumOff val="25000"/>
                  </a:schemeClr>
                </a:solidFill>
              </a:defRPr>
            </a:lvl3pPr>
            <a:lvl4pPr>
              <a:lnSpc>
                <a:spcPct val="150000"/>
              </a:lnSpc>
              <a:defRPr sz="1600">
                <a:solidFill>
                  <a:schemeClr val="tx1">
                    <a:lumMod val="75000"/>
                    <a:lumOff val="25000"/>
                  </a:schemeClr>
                </a:solidFill>
              </a:defRPr>
            </a:lvl4pPr>
            <a:lvl5pPr>
              <a:lnSpc>
                <a:spcPct val="150000"/>
              </a:lnSpc>
              <a:defRPr sz="1600">
                <a:solidFill>
                  <a:schemeClr val="tx1">
                    <a:lumMod val="75000"/>
                    <a:lumOff val="25000"/>
                  </a:schemeClr>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内容占位符 3"/>
          <p:cNvSpPr>
            <a:spLocks noGrp="1"/>
          </p:cNvSpPr>
          <p:nvPr>
            <p:ph sz="half" idx="2"/>
          </p:nvPr>
        </p:nvSpPr>
        <p:spPr>
          <a:xfrm>
            <a:off x="5981700" y="1825625"/>
            <a:ext cx="5181600" cy="4351338"/>
          </a:xfrm>
        </p:spPr>
        <p:txBody>
          <a:bodyPr>
            <a:normAutofit/>
          </a:bodyPr>
          <a:lstStyle>
            <a:lvl1pPr>
              <a:lnSpc>
                <a:spcPct val="150000"/>
              </a:lnSpc>
              <a:defRPr sz="2000">
                <a:solidFill>
                  <a:schemeClr val="tx1">
                    <a:lumMod val="75000"/>
                    <a:lumOff val="25000"/>
                  </a:schemeClr>
                </a:solidFill>
              </a:defRPr>
            </a:lvl1pPr>
            <a:lvl2pPr>
              <a:lnSpc>
                <a:spcPct val="150000"/>
              </a:lnSpc>
              <a:defRPr sz="1800">
                <a:solidFill>
                  <a:schemeClr val="tx1">
                    <a:lumMod val="75000"/>
                    <a:lumOff val="25000"/>
                  </a:schemeClr>
                </a:solidFill>
              </a:defRPr>
            </a:lvl2pPr>
            <a:lvl3pPr>
              <a:lnSpc>
                <a:spcPct val="150000"/>
              </a:lnSpc>
              <a:defRPr sz="1600">
                <a:solidFill>
                  <a:schemeClr val="tx1">
                    <a:lumMod val="75000"/>
                    <a:lumOff val="25000"/>
                  </a:schemeClr>
                </a:solidFill>
              </a:defRPr>
            </a:lvl3pPr>
            <a:lvl4pPr>
              <a:lnSpc>
                <a:spcPct val="150000"/>
              </a:lnSpc>
              <a:defRPr sz="1600">
                <a:solidFill>
                  <a:schemeClr val="tx1">
                    <a:lumMod val="75000"/>
                    <a:lumOff val="25000"/>
                  </a:schemeClr>
                </a:solidFill>
              </a:defRPr>
            </a:lvl4pPr>
            <a:lvl5pPr>
              <a:lnSpc>
                <a:spcPct val="150000"/>
              </a:lnSpc>
              <a:defRPr sz="1600">
                <a:solidFill>
                  <a:schemeClr val="tx1">
                    <a:lumMod val="75000"/>
                    <a:lumOff val="25000"/>
                  </a:schemeClr>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60FBDFE-C587-4B4C-A407-44438C67B59E}" type="datetimeFigureOut">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2025/9/7</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AE70B2-8BF9-45C0-BB95-33D1B9D3A854}" type="slidenum">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744961"/>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4" name="内容占位符 3"/>
          <p:cNvSpPr>
            <a:spLocks noGrp="1"/>
          </p:cNvSpPr>
          <p:nvPr>
            <p:ph sz="half" idx="2"/>
          </p:nvPr>
        </p:nvSpPr>
        <p:spPr>
          <a:xfrm>
            <a:off x="839788" y="2615609"/>
            <a:ext cx="5157787" cy="3574054"/>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文本占位符 4"/>
          <p:cNvSpPr>
            <a:spLocks noGrp="1"/>
          </p:cNvSpPr>
          <p:nvPr>
            <p:ph type="body" sz="quarter" idx="3"/>
          </p:nvPr>
        </p:nvSpPr>
        <p:spPr>
          <a:xfrm>
            <a:off x="6172200" y="1744961"/>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6" name="内容占位符 5"/>
          <p:cNvSpPr>
            <a:spLocks noGrp="1"/>
          </p:cNvSpPr>
          <p:nvPr>
            <p:ph sz="quarter" idx="4"/>
          </p:nvPr>
        </p:nvSpPr>
        <p:spPr>
          <a:xfrm>
            <a:off x="6172200" y="2615609"/>
            <a:ext cx="5183188" cy="3574054"/>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7" name="日期占位符 6"/>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60FBDFE-C587-4B4C-A407-44438C67B59E}" type="datetimeFigureOut">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2025/9/7</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9" name="灯片编号占位符 8"/>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AE70B2-8BF9-45C0-BB95-33D1B9D3A854}" type="slidenum">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2766219"/>
            <a:ext cx="10515600" cy="1325563"/>
          </a:xfrm>
        </p:spPr>
        <p:txBody>
          <a:bodyPr>
            <a:normAutofit/>
          </a:bodyPr>
          <a:lstStyle>
            <a:lvl1pPr algn="ctr">
              <a:defRPr sz="4800" b="0">
                <a:effectLst>
                  <a:outerShdw blurRad="38100" dist="38100" dir="2700000" algn="tl">
                    <a:srgbClr val="000000">
                      <a:alpha val="43137"/>
                    </a:srgbClr>
                  </a:outerShdw>
                </a:effectLst>
              </a:defRPr>
            </a:lvl1pPr>
          </a:lstStyle>
          <a:p>
            <a:r>
              <a:rPr lang="zh-CN" altLang="en-US" dirty="0"/>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60FBDFE-C587-4B4C-A407-44438C67B59E}" type="datetimeFigureOut">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2025/9/7</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5" name="灯片编号占位符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AE70B2-8BF9-45C0-BB95-33D1B9D3A854}" type="slidenum">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60FBDFE-C587-4B4C-A407-44438C67B59E}" type="datetimeFigureOut">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2025/9/7</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AE70B2-8BF9-45C0-BB95-33D1B9D3A854}" type="slidenum">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46747" y="127000"/>
            <a:ext cx="4165200" cy="1600200"/>
          </a:xfrm>
        </p:spPr>
        <p:txBody>
          <a:bodyPr anchor="ctr" anchorCtr="0">
            <a:normAutofit/>
          </a:bodyPr>
          <a:lstStyle>
            <a:lvl1pPr>
              <a:defRPr sz="2400" b="1">
                <a:effectLst>
                  <a:outerShdw blurRad="38100" dist="38100" dir="2700000" algn="tl">
                    <a:srgbClr val="000000">
                      <a:alpha val="43137"/>
                    </a:srgbClr>
                  </a:outerShdw>
                </a:effectLst>
              </a:defRPr>
            </a:lvl1pPr>
          </a:lstStyle>
          <a:p>
            <a:r>
              <a:rPr lang="zh-CN" altLang="en-US" dirty="0"/>
              <a:t>单击此处编辑标题</a:t>
            </a:r>
          </a:p>
        </p:txBody>
      </p:sp>
      <p:sp>
        <p:nvSpPr>
          <p:cNvPr id="3" name="图片占位符 2"/>
          <p:cNvSpPr>
            <a:spLocks noGrp="1" noChangeAspect="1"/>
          </p:cNvSpPr>
          <p:nvPr>
            <p:ph type="pic" idx="1"/>
          </p:nvPr>
        </p:nvSpPr>
        <p:spPr>
          <a:xfrm>
            <a:off x="5184000" y="766354"/>
            <a:ext cx="5817375" cy="509444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dirty="0"/>
          </a:p>
        </p:txBody>
      </p:sp>
      <p:sp>
        <p:nvSpPr>
          <p:cNvPr id="4" name="文本占位符 3"/>
          <p:cNvSpPr>
            <a:spLocks noGrp="1"/>
          </p:cNvSpPr>
          <p:nvPr>
            <p:ph type="body" sz="half" idx="2"/>
          </p:nvPr>
        </p:nvSpPr>
        <p:spPr>
          <a:xfrm>
            <a:off x="651827" y="2057400"/>
            <a:ext cx="4165200" cy="3811588"/>
          </a:xfrm>
        </p:spPr>
        <p:txBody>
          <a:bodyPr>
            <a:normAutofit/>
          </a:bodyPr>
          <a:lstStyle>
            <a:lvl1pPr marL="0" indent="0">
              <a:lnSpc>
                <a:spcPct val="150000"/>
              </a:lnSpc>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dirty="0"/>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9EFD9D74-47D9-4702-A33C-335B63B48DBF}" type="datetimeFigureOut">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2025/9/7</a:t>
            </a:fld>
            <a:endParaRPr kumimoji="0" lang="zh-CN" altLang="en-US" sz="1200" b="0" i="0" u="none" strike="noStrike" kern="1200" cap="none" spc="0" normalizeH="0" baseline="0" noProof="0" dirty="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dirty="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FABC47A4-756D-490B-A52F-7D9E2C9FC05F}" type="slidenum">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824484" y="365125"/>
            <a:ext cx="1529316" cy="5811838"/>
          </a:xfrm>
        </p:spPr>
        <p:txBody>
          <a:bodyPr vert="eaVert">
            <a:normAutofit/>
          </a:bodyPr>
          <a:lstStyle>
            <a:lvl1pPr>
              <a:defRPr sz="3600"/>
            </a:lvl1pPr>
          </a:lstStyle>
          <a:p>
            <a:r>
              <a:rPr lang="zh-CN" altLang="en-US"/>
              <a:t>单击此处编辑母版标题样式</a:t>
            </a:r>
          </a:p>
        </p:txBody>
      </p:sp>
      <p:sp>
        <p:nvSpPr>
          <p:cNvPr id="3" name="竖排文字占位符 2"/>
          <p:cNvSpPr>
            <a:spLocks noGrp="1"/>
          </p:cNvSpPr>
          <p:nvPr>
            <p:ph type="body" orient="vert" idx="1"/>
          </p:nvPr>
        </p:nvSpPr>
        <p:spPr>
          <a:xfrm>
            <a:off x="838200" y="365125"/>
            <a:ext cx="8879958" cy="5811838"/>
          </a:xfrm>
        </p:spPr>
        <p:txBody>
          <a:bodyPr vert="eaVert"/>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60FBDFE-C587-4B4C-A407-44438C67B59E}" type="datetimeFigureOut">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2025/9/7</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AE70B2-8BF9-45C0-BB95-33D1B9D3A854}" type="slidenum">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60FBDFE-C587-4B4C-A407-44438C67B59E}" type="datetimeFigureOut">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2025/9/7</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5" name="灯片编号占位符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AE70B2-8BF9-45C0-BB95-33D1B9D3A854}" type="slidenum">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7" name="内容占位符 6"/>
          <p:cNvSpPr>
            <a:spLocks noGrp="1"/>
          </p:cNvSpPr>
          <p:nvPr>
            <p:ph sz="quarter" idx="13"/>
          </p:nvPr>
        </p:nvSpPr>
        <p:spPr>
          <a:xfrm>
            <a:off x="838200" y="551543"/>
            <a:ext cx="10515600" cy="5558971"/>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524000" y="1322962"/>
            <a:ext cx="9144000" cy="2187001"/>
          </a:xfrm>
        </p:spPr>
        <p:txBody>
          <a:bodyPr anchor="b">
            <a:normAutofit/>
          </a:bodyPr>
          <a:lstStyle>
            <a:lvl1pPr algn="ctr">
              <a:lnSpc>
                <a:spcPct val="130000"/>
              </a:lnSpc>
              <a:defRPr sz="6000">
                <a:effectLst>
                  <a:outerShdw blurRad="38100" dist="38100" dir="2700000" algn="tl">
                    <a:srgbClr val="000000">
                      <a:alpha val="43137"/>
                    </a:srgbClr>
                  </a:outerShdw>
                </a:effectLst>
              </a:defRPr>
            </a:lvl1pPr>
          </a:lstStyle>
          <a:p>
            <a:r>
              <a:rPr lang="zh-CN" altLang="en-US" dirty="0"/>
              <a:t>单击此处添加标题</a:t>
            </a:r>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60FBDFE-C587-4B4C-A407-44438C67B59E}" type="datetimeFigureOut">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2025/9/7</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AE70B2-8BF9-45C0-BB95-33D1B9D3A854}" type="slidenum">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3" name="副标题 2"/>
          <p:cNvSpPr>
            <a:spLocks noGrp="1"/>
          </p:cNvSpPr>
          <p:nvPr>
            <p:ph type="subTitle" idx="1" hasCustomPrompt="1"/>
          </p:nvPr>
        </p:nvSpPr>
        <p:spPr>
          <a:xfrm>
            <a:off x="1524000" y="3602038"/>
            <a:ext cx="9144000" cy="1655762"/>
          </a:xfrm>
        </p:spPr>
        <p:txBody>
          <a:bodyPr>
            <a:normAutofit/>
          </a:bodyPr>
          <a:lstStyle>
            <a:lvl1pPr marL="0" indent="0" algn="ctr">
              <a:buNone/>
              <a:defRPr sz="1800">
                <a:solidFill>
                  <a:schemeClr val="tx1">
                    <a:lumMod val="75000"/>
                    <a:lumOff val="25000"/>
                  </a:schemeClr>
                </a:solidFill>
                <a:effectLst/>
                <a:latin typeface="+mj-lt"/>
                <a:ea typeface="+mj-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单击此处添加副标题</a:t>
            </a: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chor="ctr" anchorCtr="0">
            <a:normAutofit/>
          </a:bodyPr>
          <a:lstStyle>
            <a:lvl1pPr>
              <a:defRPr sz="2400" b="1">
                <a:effectLst>
                  <a:outerShdw blurRad="38100" dist="38100" dir="2700000" algn="tl">
                    <a:srgbClr val="000000">
                      <a:alpha val="43137"/>
                    </a:srgbClr>
                  </a:outerShdw>
                </a:effectLst>
              </a:defRPr>
            </a:lvl1pPr>
          </a:lstStyle>
          <a:p>
            <a:r>
              <a:rPr lang="zh-CN" altLang="en-US" dirty="0"/>
              <a:t>单击此处编辑母版标题样式</a:t>
            </a:r>
          </a:p>
        </p:txBody>
      </p:sp>
      <p:sp>
        <p:nvSpPr>
          <p:cNvPr id="3" name="内容占位符 2"/>
          <p:cNvSpPr>
            <a:spLocks noGrp="1"/>
          </p:cNvSpPr>
          <p:nvPr>
            <p:ph idx="1"/>
          </p:nvPr>
        </p:nvSpPr>
        <p:spPr>
          <a:xfrm>
            <a:off x="647700" y="1825625"/>
            <a:ext cx="10515600" cy="4351338"/>
          </a:xfrm>
        </p:spPr>
        <p:txBody>
          <a:bodyPr>
            <a:normAutofit/>
          </a:bodyPr>
          <a:lstStyle>
            <a:lvl1pPr>
              <a:defRPr sz="2000">
                <a:solidFill>
                  <a:schemeClr val="tx1">
                    <a:lumMod val="75000"/>
                    <a:lumOff val="25000"/>
                  </a:schemeClr>
                </a:solidFill>
              </a:defRPr>
            </a:lvl1pPr>
            <a:lvl2pPr>
              <a:defRPr sz="1800">
                <a:solidFill>
                  <a:schemeClr val="tx1">
                    <a:lumMod val="75000"/>
                    <a:lumOff val="25000"/>
                  </a:schemeClr>
                </a:solidFill>
              </a:defRPr>
            </a:lvl2pPr>
            <a:lvl3pPr>
              <a:defRPr sz="1600">
                <a:solidFill>
                  <a:schemeClr val="tx1">
                    <a:lumMod val="75000"/>
                    <a:lumOff val="25000"/>
                  </a:schemeClr>
                </a:solidFill>
              </a:defRPr>
            </a:lvl3pPr>
            <a:lvl4pPr>
              <a:defRPr sz="1600">
                <a:solidFill>
                  <a:schemeClr val="tx1">
                    <a:lumMod val="75000"/>
                    <a:lumOff val="25000"/>
                  </a:schemeClr>
                </a:solidFill>
              </a:defRPr>
            </a:lvl4pPr>
            <a:lvl5pPr>
              <a:defRPr sz="1600">
                <a:solidFill>
                  <a:schemeClr val="tx1">
                    <a:lumMod val="75000"/>
                    <a:lumOff val="25000"/>
                  </a:schemeClr>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60FBDFE-C587-4B4C-A407-44438C67B59E}" type="datetimeFigureOut">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2025/9/7</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AE70B2-8BF9-45C0-BB95-33D1B9D3A854}" type="slidenum">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3751117"/>
            <a:ext cx="7321550" cy="811357"/>
          </a:xfrm>
        </p:spPr>
        <p:txBody>
          <a:bodyPr anchor="b">
            <a:normAutofit/>
          </a:bodyPr>
          <a:lstStyle>
            <a:lvl1pPr>
              <a:defRPr sz="4000">
                <a:effectLst>
                  <a:outerShdw blurRad="38100" dist="38100" dir="2700000" algn="tl">
                    <a:srgbClr val="000000">
                      <a:alpha val="43137"/>
                    </a:srgbClr>
                  </a:outerShdw>
                </a:effectLst>
              </a:defRPr>
            </a:lvl1pPr>
          </a:lstStyle>
          <a:p>
            <a:r>
              <a:rPr lang="zh-CN" altLang="en-US" dirty="0"/>
              <a:t>单击此处编辑母版标题样式</a:t>
            </a:r>
          </a:p>
        </p:txBody>
      </p:sp>
      <p:sp>
        <p:nvSpPr>
          <p:cNvPr id="3" name="文本占位符 2"/>
          <p:cNvSpPr>
            <a:spLocks noGrp="1"/>
          </p:cNvSpPr>
          <p:nvPr>
            <p:ph type="body" idx="1"/>
          </p:nvPr>
        </p:nvSpPr>
        <p:spPr>
          <a:xfrm>
            <a:off x="831850" y="4610028"/>
            <a:ext cx="7321550" cy="647555"/>
          </a:xfrm>
        </p:spPr>
        <p:txBody>
          <a:bodyPr>
            <a:normAutofit/>
          </a:bodyPr>
          <a:lstStyle>
            <a:lvl1pPr marL="0" indent="0">
              <a:buNone/>
              <a:defRPr sz="1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单击此处编辑母版文本样式</a:t>
            </a:r>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60FBDFE-C587-4B4C-A407-44438C67B59E}" type="datetimeFigureOut">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2025/9/7</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AE70B2-8BF9-45C0-BB95-33D1B9D3A854}" type="slidenum">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ormAutofit/>
          </a:bodyPr>
          <a:lstStyle>
            <a:lvl1pPr>
              <a:defRPr sz="2400" b="1" i="0">
                <a:effectLst>
                  <a:outerShdw blurRad="38100" dist="38100" dir="2700000" algn="tl">
                    <a:srgbClr val="000000">
                      <a:alpha val="43137"/>
                    </a:srgbClr>
                  </a:outerShdw>
                </a:effectLst>
              </a:defRPr>
            </a:lvl1pPr>
          </a:lstStyle>
          <a:p>
            <a:r>
              <a:rPr lang="zh-CN" altLang="en-US" dirty="0"/>
              <a:t>单击此处编辑母版标题样式</a:t>
            </a:r>
          </a:p>
        </p:txBody>
      </p:sp>
      <p:sp>
        <p:nvSpPr>
          <p:cNvPr id="3" name="内容占位符 2"/>
          <p:cNvSpPr>
            <a:spLocks noGrp="1"/>
          </p:cNvSpPr>
          <p:nvPr>
            <p:ph sz="half" idx="1"/>
          </p:nvPr>
        </p:nvSpPr>
        <p:spPr>
          <a:xfrm>
            <a:off x="647700" y="1825625"/>
            <a:ext cx="5181600" cy="4351338"/>
          </a:xfrm>
        </p:spPr>
        <p:txBody>
          <a:bodyPr>
            <a:normAutofit/>
          </a:bodyPr>
          <a:lstStyle>
            <a:lvl1pPr>
              <a:lnSpc>
                <a:spcPct val="150000"/>
              </a:lnSpc>
              <a:defRPr sz="2000">
                <a:solidFill>
                  <a:schemeClr val="tx1">
                    <a:lumMod val="75000"/>
                    <a:lumOff val="25000"/>
                  </a:schemeClr>
                </a:solidFill>
              </a:defRPr>
            </a:lvl1pPr>
            <a:lvl2pPr>
              <a:lnSpc>
                <a:spcPct val="150000"/>
              </a:lnSpc>
              <a:defRPr sz="1800">
                <a:solidFill>
                  <a:schemeClr val="tx1">
                    <a:lumMod val="75000"/>
                    <a:lumOff val="25000"/>
                  </a:schemeClr>
                </a:solidFill>
              </a:defRPr>
            </a:lvl2pPr>
            <a:lvl3pPr>
              <a:lnSpc>
                <a:spcPct val="150000"/>
              </a:lnSpc>
              <a:defRPr sz="1600">
                <a:solidFill>
                  <a:schemeClr val="tx1">
                    <a:lumMod val="75000"/>
                    <a:lumOff val="25000"/>
                  </a:schemeClr>
                </a:solidFill>
              </a:defRPr>
            </a:lvl3pPr>
            <a:lvl4pPr>
              <a:lnSpc>
                <a:spcPct val="150000"/>
              </a:lnSpc>
              <a:defRPr sz="1600">
                <a:solidFill>
                  <a:schemeClr val="tx1">
                    <a:lumMod val="75000"/>
                    <a:lumOff val="25000"/>
                  </a:schemeClr>
                </a:solidFill>
              </a:defRPr>
            </a:lvl4pPr>
            <a:lvl5pPr>
              <a:lnSpc>
                <a:spcPct val="150000"/>
              </a:lnSpc>
              <a:defRPr sz="1600">
                <a:solidFill>
                  <a:schemeClr val="tx1">
                    <a:lumMod val="75000"/>
                    <a:lumOff val="25000"/>
                  </a:schemeClr>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内容占位符 3"/>
          <p:cNvSpPr>
            <a:spLocks noGrp="1"/>
          </p:cNvSpPr>
          <p:nvPr>
            <p:ph sz="half" idx="2"/>
          </p:nvPr>
        </p:nvSpPr>
        <p:spPr>
          <a:xfrm>
            <a:off x="5981700" y="1825625"/>
            <a:ext cx="5181600" cy="4351338"/>
          </a:xfrm>
        </p:spPr>
        <p:txBody>
          <a:bodyPr>
            <a:normAutofit/>
          </a:bodyPr>
          <a:lstStyle>
            <a:lvl1pPr>
              <a:lnSpc>
                <a:spcPct val="150000"/>
              </a:lnSpc>
              <a:defRPr sz="2000">
                <a:solidFill>
                  <a:schemeClr val="tx1">
                    <a:lumMod val="75000"/>
                    <a:lumOff val="25000"/>
                  </a:schemeClr>
                </a:solidFill>
              </a:defRPr>
            </a:lvl1pPr>
            <a:lvl2pPr>
              <a:lnSpc>
                <a:spcPct val="150000"/>
              </a:lnSpc>
              <a:defRPr sz="1800">
                <a:solidFill>
                  <a:schemeClr val="tx1">
                    <a:lumMod val="75000"/>
                    <a:lumOff val="25000"/>
                  </a:schemeClr>
                </a:solidFill>
              </a:defRPr>
            </a:lvl2pPr>
            <a:lvl3pPr>
              <a:lnSpc>
                <a:spcPct val="150000"/>
              </a:lnSpc>
              <a:defRPr sz="1600">
                <a:solidFill>
                  <a:schemeClr val="tx1">
                    <a:lumMod val="75000"/>
                    <a:lumOff val="25000"/>
                  </a:schemeClr>
                </a:solidFill>
              </a:defRPr>
            </a:lvl3pPr>
            <a:lvl4pPr>
              <a:lnSpc>
                <a:spcPct val="150000"/>
              </a:lnSpc>
              <a:defRPr sz="1600">
                <a:solidFill>
                  <a:schemeClr val="tx1">
                    <a:lumMod val="75000"/>
                    <a:lumOff val="25000"/>
                  </a:schemeClr>
                </a:solidFill>
              </a:defRPr>
            </a:lvl4pPr>
            <a:lvl5pPr>
              <a:lnSpc>
                <a:spcPct val="150000"/>
              </a:lnSpc>
              <a:defRPr sz="1600">
                <a:solidFill>
                  <a:schemeClr val="tx1">
                    <a:lumMod val="75000"/>
                    <a:lumOff val="25000"/>
                  </a:schemeClr>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60FBDFE-C587-4B4C-A407-44438C67B59E}" type="datetimeFigureOut">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2025/9/7</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AE70B2-8BF9-45C0-BB95-33D1B9D3A854}" type="slidenum">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744961"/>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4" name="内容占位符 3"/>
          <p:cNvSpPr>
            <a:spLocks noGrp="1"/>
          </p:cNvSpPr>
          <p:nvPr>
            <p:ph sz="half" idx="2"/>
          </p:nvPr>
        </p:nvSpPr>
        <p:spPr>
          <a:xfrm>
            <a:off x="839788" y="2615609"/>
            <a:ext cx="5157787" cy="3574054"/>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文本占位符 4"/>
          <p:cNvSpPr>
            <a:spLocks noGrp="1"/>
          </p:cNvSpPr>
          <p:nvPr>
            <p:ph type="body" sz="quarter" idx="3"/>
          </p:nvPr>
        </p:nvSpPr>
        <p:spPr>
          <a:xfrm>
            <a:off x="6172200" y="1744961"/>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6" name="内容占位符 5"/>
          <p:cNvSpPr>
            <a:spLocks noGrp="1"/>
          </p:cNvSpPr>
          <p:nvPr>
            <p:ph sz="quarter" idx="4"/>
          </p:nvPr>
        </p:nvSpPr>
        <p:spPr>
          <a:xfrm>
            <a:off x="6172200" y="2615609"/>
            <a:ext cx="5183188" cy="3574054"/>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7" name="日期占位符 6"/>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60FBDFE-C587-4B4C-A407-44438C67B59E}" type="datetimeFigureOut">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2025/9/7</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9" name="灯片编号占位符 8"/>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AE70B2-8BF9-45C0-BB95-33D1B9D3A854}" type="slidenum">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2766219"/>
            <a:ext cx="10515600" cy="1325563"/>
          </a:xfrm>
        </p:spPr>
        <p:txBody>
          <a:bodyPr>
            <a:normAutofit/>
          </a:bodyPr>
          <a:lstStyle>
            <a:lvl1pPr algn="ctr">
              <a:defRPr sz="4800" b="0">
                <a:effectLst>
                  <a:outerShdw blurRad="38100" dist="38100" dir="2700000" algn="tl">
                    <a:srgbClr val="000000">
                      <a:alpha val="43137"/>
                    </a:srgbClr>
                  </a:outerShdw>
                </a:effectLst>
              </a:defRPr>
            </a:lvl1pPr>
          </a:lstStyle>
          <a:p>
            <a:r>
              <a:rPr lang="zh-CN" altLang="en-US" dirty="0"/>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60FBDFE-C587-4B4C-A407-44438C67B59E}" type="datetimeFigureOut">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2025/9/7</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5" name="灯片编号占位符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AE70B2-8BF9-45C0-BB95-33D1B9D3A854}" type="slidenum">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60FBDFE-C587-4B4C-A407-44438C67B59E}" type="datetimeFigureOut">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2025/9/7</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AE70B2-8BF9-45C0-BB95-33D1B9D3A854}" type="slidenum">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46747" y="127000"/>
            <a:ext cx="4165200" cy="1600200"/>
          </a:xfrm>
        </p:spPr>
        <p:txBody>
          <a:bodyPr anchor="ctr" anchorCtr="0">
            <a:normAutofit/>
          </a:bodyPr>
          <a:lstStyle>
            <a:lvl1pPr>
              <a:defRPr sz="2400" b="1">
                <a:effectLst>
                  <a:outerShdw blurRad="38100" dist="38100" dir="2700000" algn="tl">
                    <a:srgbClr val="000000">
                      <a:alpha val="43137"/>
                    </a:srgbClr>
                  </a:outerShdw>
                </a:effectLst>
              </a:defRPr>
            </a:lvl1pPr>
          </a:lstStyle>
          <a:p>
            <a:r>
              <a:rPr lang="zh-CN" altLang="en-US" dirty="0"/>
              <a:t>单击此处编辑标题</a:t>
            </a:r>
          </a:p>
        </p:txBody>
      </p:sp>
      <p:sp>
        <p:nvSpPr>
          <p:cNvPr id="3" name="图片占位符 2"/>
          <p:cNvSpPr>
            <a:spLocks noGrp="1" noChangeAspect="1"/>
          </p:cNvSpPr>
          <p:nvPr>
            <p:ph type="pic" idx="1"/>
          </p:nvPr>
        </p:nvSpPr>
        <p:spPr>
          <a:xfrm>
            <a:off x="5184000" y="766354"/>
            <a:ext cx="5817375" cy="509444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dirty="0"/>
          </a:p>
        </p:txBody>
      </p:sp>
      <p:sp>
        <p:nvSpPr>
          <p:cNvPr id="4" name="文本占位符 3"/>
          <p:cNvSpPr>
            <a:spLocks noGrp="1"/>
          </p:cNvSpPr>
          <p:nvPr>
            <p:ph type="body" sz="half" idx="2"/>
          </p:nvPr>
        </p:nvSpPr>
        <p:spPr>
          <a:xfrm>
            <a:off x="651827" y="2057400"/>
            <a:ext cx="4165200" cy="3811588"/>
          </a:xfrm>
        </p:spPr>
        <p:txBody>
          <a:bodyPr>
            <a:normAutofit/>
          </a:bodyPr>
          <a:lstStyle>
            <a:lvl1pPr marL="0" indent="0">
              <a:lnSpc>
                <a:spcPct val="150000"/>
              </a:lnSpc>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dirty="0"/>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9EFD9D74-47D9-4702-A33C-335B63B48DBF}" type="datetimeFigureOut">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2025/9/7</a:t>
            </a:fld>
            <a:endParaRPr kumimoji="0" lang="zh-CN" altLang="en-US" sz="1200" b="0" i="0" u="none" strike="noStrike" kern="1200" cap="none" spc="0" normalizeH="0" baseline="0" noProof="0" dirty="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dirty="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FABC47A4-756D-490B-A52F-7D9E2C9FC05F}" type="slidenum">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824484" y="365125"/>
            <a:ext cx="1529316" cy="5811838"/>
          </a:xfrm>
        </p:spPr>
        <p:txBody>
          <a:bodyPr vert="eaVert">
            <a:normAutofit/>
          </a:bodyPr>
          <a:lstStyle>
            <a:lvl1pPr>
              <a:defRPr sz="3600"/>
            </a:lvl1pPr>
          </a:lstStyle>
          <a:p>
            <a:r>
              <a:rPr lang="zh-CN" altLang="en-US"/>
              <a:t>单击此处编辑母版标题样式</a:t>
            </a:r>
          </a:p>
        </p:txBody>
      </p:sp>
      <p:sp>
        <p:nvSpPr>
          <p:cNvPr id="3" name="竖排文字占位符 2"/>
          <p:cNvSpPr>
            <a:spLocks noGrp="1"/>
          </p:cNvSpPr>
          <p:nvPr>
            <p:ph type="body" orient="vert" idx="1"/>
          </p:nvPr>
        </p:nvSpPr>
        <p:spPr>
          <a:xfrm>
            <a:off x="838200" y="365125"/>
            <a:ext cx="8879958" cy="5811838"/>
          </a:xfrm>
        </p:spPr>
        <p:txBody>
          <a:bodyPr vert="eaVert"/>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60FBDFE-C587-4B4C-A407-44438C67B59E}" type="datetimeFigureOut">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2025/9/7</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AE70B2-8BF9-45C0-BB95-33D1B9D3A854}" type="slidenum">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60FBDFE-C587-4B4C-A407-44438C67B59E}" type="datetimeFigureOut">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2025/9/7</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5" name="灯片编号占位符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AE70B2-8BF9-45C0-BB95-33D1B9D3A854}" type="slidenum">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7" name="内容占位符 6"/>
          <p:cNvSpPr>
            <a:spLocks noGrp="1"/>
          </p:cNvSpPr>
          <p:nvPr>
            <p:ph sz="quarter" idx="13"/>
          </p:nvPr>
        </p:nvSpPr>
        <p:spPr>
          <a:xfrm>
            <a:off x="838200" y="551543"/>
            <a:ext cx="10515600" cy="5558971"/>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6.xml"/><Relationship Id="rId3" Type="http://schemas.openxmlformats.org/officeDocument/2006/relationships/slideLayout" Target="../slideLayouts/slideLayout11.xml"/><Relationship Id="rId7" Type="http://schemas.openxmlformats.org/officeDocument/2006/relationships/slideLayout" Target="../slideLayouts/slideLayout15.xml"/><Relationship Id="rId12" Type="http://schemas.openxmlformats.org/officeDocument/2006/relationships/theme" Target="../theme/theme2.xml"/><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slideLayout" Target="../slideLayouts/slideLayout14.xml"/><Relationship Id="rId11" Type="http://schemas.openxmlformats.org/officeDocument/2006/relationships/slideLayout" Target="../slideLayouts/slideLayout19.xml"/><Relationship Id="rId5" Type="http://schemas.openxmlformats.org/officeDocument/2006/relationships/slideLayout" Target="../slideLayouts/slideLayout13.xml"/><Relationship Id="rId10" Type="http://schemas.openxmlformats.org/officeDocument/2006/relationships/slideLayout" Target="../slideLayouts/slideLayout18.xml"/><Relationship Id="rId4" Type="http://schemas.openxmlformats.org/officeDocument/2006/relationships/slideLayout" Target="../slideLayouts/slideLayout12.xml"/><Relationship Id="rId9" Type="http://schemas.openxmlformats.org/officeDocument/2006/relationships/slideLayout" Target="../slideLayouts/slideLayout17.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7.xml"/><Relationship Id="rId3" Type="http://schemas.openxmlformats.org/officeDocument/2006/relationships/slideLayout" Target="../slideLayouts/slideLayout22.xml"/><Relationship Id="rId7" Type="http://schemas.openxmlformats.org/officeDocument/2006/relationships/slideLayout" Target="../slideLayouts/slideLayout26.xml"/><Relationship Id="rId2" Type="http://schemas.openxmlformats.org/officeDocument/2006/relationships/slideLayout" Target="../slideLayouts/slideLayout21.xml"/><Relationship Id="rId1" Type="http://schemas.openxmlformats.org/officeDocument/2006/relationships/slideLayout" Target="../slideLayouts/slideLayout20.xml"/><Relationship Id="rId6" Type="http://schemas.openxmlformats.org/officeDocument/2006/relationships/slideLayout" Target="../slideLayouts/slideLayout25.xml"/><Relationship Id="rId11" Type="http://schemas.openxmlformats.org/officeDocument/2006/relationships/theme" Target="../theme/theme3.xml"/><Relationship Id="rId5" Type="http://schemas.openxmlformats.org/officeDocument/2006/relationships/slideLayout" Target="../slideLayouts/slideLayout24.xml"/><Relationship Id="rId10" Type="http://schemas.openxmlformats.org/officeDocument/2006/relationships/slideLayout" Target="../slideLayouts/slideLayout29.xml"/><Relationship Id="rId4" Type="http://schemas.openxmlformats.org/officeDocument/2006/relationships/slideLayout" Target="../slideLayouts/slideLayout23.xml"/><Relationship Id="rId9" Type="http://schemas.openxmlformats.org/officeDocument/2006/relationships/slideLayout" Target="../slideLayouts/slideLayout28.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7.xml"/><Relationship Id="rId3" Type="http://schemas.openxmlformats.org/officeDocument/2006/relationships/slideLayout" Target="../slideLayouts/slideLayout32.xml"/><Relationship Id="rId7" Type="http://schemas.openxmlformats.org/officeDocument/2006/relationships/slideLayout" Target="../slideLayouts/slideLayout36.xml"/><Relationship Id="rId2" Type="http://schemas.openxmlformats.org/officeDocument/2006/relationships/slideLayout" Target="../slideLayouts/slideLayout31.xml"/><Relationship Id="rId1" Type="http://schemas.openxmlformats.org/officeDocument/2006/relationships/slideLayout" Target="../slideLayouts/slideLayout30.xml"/><Relationship Id="rId6" Type="http://schemas.openxmlformats.org/officeDocument/2006/relationships/slideLayout" Target="../slideLayouts/slideLayout35.xml"/><Relationship Id="rId11" Type="http://schemas.openxmlformats.org/officeDocument/2006/relationships/theme" Target="../theme/theme4.xml"/><Relationship Id="rId5" Type="http://schemas.openxmlformats.org/officeDocument/2006/relationships/slideLayout" Target="../slideLayouts/slideLayout34.xml"/><Relationship Id="rId10" Type="http://schemas.openxmlformats.org/officeDocument/2006/relationships/slideLayout" Target="../slideLayouts/slideLayout39.xml"/><Relationship Id="rId4" Type="http://schemas.openxmlformats.org/officeDocument/2006/relationships/slideLayout" Target="../slideLayouts/slideLayout33.xml"/><Relationship Id="rId9" Type="http://schemas.openxmlformats.org/officeDocument/2006/relationships/slideLayout" Target="../slideLayouts/slideLayout3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1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txStyles>
    <p:titleStyle>
      <a:lvl1pPr algn="l" defTabSz="914400" rtl="0" eaLnBrk="1" latinLnBrk="0" hangingPunct="1">
        <a:lnSpc>
          <a:spcPct val="90000"/>
        </a:lnSpc>
        <a:spcBef>
          <a:spcPct val="0"/>
        </a:spcBef>
        <a:buNone/>
        <a:defRPr sz="2400" b="0" kern="1200" spc="200" baseline="0">
          <a:ln>
            <a:noFill/>
          </a:ln>
          <a:solidFill>
            <a:srgbClr val="53585B"/>
          </a:solidFill>
          <a:latin typeface="微软雅黑" panose="020B0503020204020204" pitchFamily="34" charset="-122"/>
          <a:ea typeface="微软雅黑" panose="020B0503020204020204" pitchFamily="34"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69B57F1-69E0-47C0-93B4-D0FAD86E9417}" type="datetimeFigureOut">
              <a:rPr lang="zh-CN" altLang="en-US" smtClean="0"/>
              <a:t>2025/9/7</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E6A2691-C292-4C45-BE27-81DB2E216495}"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760FBDFE-C587-4B4C-A407-44438C67B59E}" type="datetimeFigureOut">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2025/9/7</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defRPr/>
            </a:pPr>
            <a:fld id="{49AE70B2-8BF9-45C0-BB95-33D1B9D3A854}" type="slidenum">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Tree>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Lst>
  <p:txStyles>
    <p:titleStyle>
      <a:lvl1pPr algn="l" defTabSz="914400" rtl="0" eaLnBrk="1" latinLnBrk="0" hangingPunct="1">
        <a:lnSpc>
          <a:spcPct val="90000"/>
        </a:lnSpc>
        <a:spcBef>
          <a:spcPct val="0"/>
        </a:spcBef>
        <a:buNone/>
        <a:defRPr sz="4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760FBDFE-C587-4B4C-A407-44438C67B59E}" type="datetimeFigureOut">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2025/9/7</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defRPr/>
            </a:pPr>
            <a:fld id="{49AE70B2-8BF9-45C0-BB95-33D1B9D3A854}" type="slidenum">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Tree>
  </p:cSld>
  <p:clrMap bg1="lt1" tx1="dk1" bg2="lt2" tx2="dk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85" r:id="rId5"/>
    <p:sldLayoutId id="2147483686" r:id="rId6"/>
    <p:sldLayoutId id="2147483687" r:id="rId7"/>
    <p:sldLayoutId id="2147483688" r:id="rId8"/>
    <p:sldLayoutId id="2147483689" r:id="rId9"/>
    <p:sldLayoutId id="2147483690" r:id="rId10"/>
  </p:sldLayoutIdLst>
  <p:txStyles>
    <p:titleStyle>
      <a:lvl1pPr algn="l" defTabSz="914400" rtl="0" eaLnBrk="1" latinLnBrk="0" hangingPunct="1">
        <a:lnSpc>
          <a:spcPct val="90000"/>
        </a:lnSpc>
        <a:spcBef>
          <a:spcPct val="0"/>
        </a:spcBef>
        <a:buNone/>
        <a:defRPr sz="4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3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4" name="标题 4"/>
          <p:cNvSpPr txBox="1"/>
          <p:nvPr/>
        </p:nvSpPr>
        <p:spPr>
          <a:xfrm>
            <a:off x="0" y="2722999"/>
            <a:ext cx="12192022" cy="1243584"/>
          </a:xfrm>
          <a:prstGeom prst="rect">
            <a:avLst/>
          </a:prstGeom>
          <a:effectLst>
            <a:outerShdw blurRad="152400" dist="190500" dir="5400000" algn="t" rotWithShape="0">
              <a:srgbClr val="000000">
                <a:alpha val="37000"/>
              </a:srgbClr>
            </a:outerShdw>
          </a:effectLst>
        </p:spPr>
        <p:txBody>
          <a:bodyPr vert="horz" wrap="square" lIns="91440" tIns="45720" rIns="91440" bIns="45720" rtlCol="0" anchor="ctr">
            <a:noAutofit/>
          </a:bodyPr>
          <a:lstStyle>
            <a:lvl1pPr algn="l" defTabSz="914400" rtl="0" eaLnBrk="1" latinLnBrk="0" hangingPunct="1">
              <a:lnSpc>
                <a:spcPct val="90000"/>
              </a:lnSpc>
              <a:spcBef>
                <a:spcPct val="0"/>
              </a:spcBef>
              <a:buNone/>
              <a:defRPr lang="zh-CN" altLang="en-US" sz="4800" b="1" kern="1200" spc="300">
                <a:ln w="635">
                  <a:noFill/>
                </a:ln>
                <a:solidFill>
                  <a:schemeClr val="bg1"/>
                </a:solidFill>
                <a:latin typeface="微软雅黑" panose="020B0503020204020204" pitchFamily="34" charset="-122"/>
                <a:ea typeface="微软雅黑" panose="020B0503020204020204" pitchFamily="34" charset="-122"/>
                <a:cs typeface="+mn-cs"/>
              </a:defRPr>
            </a:lvl1pPr>
          </a:lstStyle>
          <a:p>
            <a:pPr marL="0" marR="0" lvl="0" indent="0" algn="ctr" defTabSz="914400" rtl="0" eaLnBrk="1" fontAlgn="auto" latinLnBrk="0" hangingPunct="1">
              <a:lnSpc>
                <a:spcPct val="90000"/>
              </a:lnSpc>
              <a:spcBef>
                <a:spcPct val="0"/>
              </a:spcBef>
              <a:spcAft>
                <a:spcPts val="0"/>
              </a:spcAft>
              <a:buClrTx/>
              <a:buSzTx/>
              <a:buFontTx/>
              <a:buNone/>
              <a:defRPr/>
            </a:pPr>
            <a:r>
              <a:rPr kumimoji="0" lang="en-US" altLang="zh-CN" sz="1800" b="1" i="0" u="none" strike="noStrike" kern="1200" cap="none" spc="300" normalizeH="0" baseline="0" noProof="0">
                <a:ln w="635">
                  <a:noFill/>
                </a:ln>
                <a:solidFill>
                  <a:srgbClr val="FFFFFF"/>
                </a:solidFill>
                <a:effectLst/>
                <a:uLnTx/>
                <a:uFillTx/>
                <a:latin typeface="微软雅黑" panose="020B0503020204020204" pitchFamily="34" charset="-122"/>
                <a:ea typeface="微软雅黑" panose="020B0503020204020204" pitchFamily="34" charset="-122"/>
                <a:cs typeface="+mn-cs"/>
              </a:rPr>
              <a:t>SW-</a:t>
            </a:r>
            <a:r>
              <a:rPr kumimoji="0" lang="zh-CN" altLang="en-US" sz="1800" b="1" i="0" u="none" strike="noStrike" kern="1200" cap="none" spc="300" normalizeH="0" baseline="0" noProof="0">
                <a:ln w="635">
                  <a:noFill/>
                </a:ln>
                <a:solidFill>
                  <a:srgbClr val="FFFFFF"/>
                </a:solidFill>
                <a:effectLst/>
                <a:uLnTx/>
                <a:uFillTx/>
                <a:latin typeface="微软雅黑" panose="020B0503020204020204" pitchFamily="34" charset="-122"/>
                <a:ea typeface="微软雅黑" panose="020B0503020204020204" pitchFamily="34" charset="-122"/>
                <a:cs typeface="+mn-cs"/>
              </a:rPr>
              <a:t>多媒体</a:t>
            </a:r>
            <a:r>
              <a:rPr kumimoji="0" lang="en-US" altLang="zh-CN" sz="1800" b="1" i="0" u="none" strike="noStrike" kern="1200" cap="none" spc="300" normalizeH="0" baseline="0" noProof="0">
                <a:ln w="635">
                  <a:noFill/>
                </a:ln>
                <a:solidFill>
                  <a:srgbClr val="FFFFFF"/>
                </a:solidFill>
                <a:effectLst/>
                <a:uLnTx/>
                <a:uFillTx/>
                <a:latin typeface="微软雅黑" panose="020B0503020204020204" pitchFamily="34" charset="-122"/>
                <a:ea typeface="微软雅黑" panose="020B0503020204020204" pitchFamily="34" charset="-122"/>
                <a:cs typeface="+mn-cs"/>
              </a:rPr>
              <a:t>-VIDEO-20250908-0001M439</a:t>
            </a:r>
            <a:r>
              <a:rPr kumimoji="0" lang="zh-CN" altLang="en-US" sz="1800" b="1" i="0" u="none" strike="noStrike" kern="1200" cap="none" spc="300" normalizeH="0" baseline="0" noProof="0">
                <a:ln w="635">
                  <a:noFill/>
                </a:ln>
                <a:solidFill>
                  <a:srgbClr val="FFFFFF"/>
                </a:solidFill>
                <a:effectLst/>
                <a:uLnTx/>
                <a:uFillTx/>
                <a:latin typeface="微软雅黑" panose="020B0503020204020204" pitchFamily="34" charset="-122"/>
                <a:ea typeface="微软雅黑" panose="020B0503020204020204" pitchFamily="34" charset="-122"/>
                <a:cs typeface="+mn-cs"/>
              </a:rPr>
              <a:t>视频框架</a:t>
            </a:r>
            <a:r>
              <a:rPr kumimoji="0" lang="en-US" altLang="zh-CN" sz="1800" b="1" i="0" u="none" strike="noStrike" kern="1200" cap="none" spc="300" normalizeH="0" baseline="0" noProof="0">
                <a:ln w="635">
                  <a:noFill/>
                </a:ln>
                <a:solidFill>
                  <a:srgbClr val="FFFFFF"/>
                </a:solidFill>
                <a:effectLst/>
                <a:uLnTx/>
                <a:uFillTx/>
                <a:latin typeface="微软雅黑" panose="020B0503020204020204" pitchFamily="34" charset="-122"/>
                <a:ea typeface="微软雅黑" panose="020B0503020204020204" pitchFamily="34" charset="-122"/>
                <a:cs typeface="+mn-cs"/>
              </a:rPr>
              <a:t>CTS</a:t>
            </a:r>
            <a:r>
              <a:rPr kumimoji="0" lang="zh-CN" altLang="en-US" sz="1800" b="1" i="0" u="none" strike="noStrike" kern="1200" cap="none" spc="300" normalizeH="0" baseline="0" noProof="0">
                <a:ln w="635">
                  <a:noFill/>
                </a:ln>
                <a:solidFill>
                  <a:srgbClr val="FFFFFF"/>
                </a:solidFill>
                <a:effectLst/>
                <a:uLnTx/>
                <a:uFillTx/>
                <a:latin typeface="微软雅黑" panose="020B0503020204020204" pitchFamily="34" charset="-122"/>
                <a:ea typeface="微软雅黑" panose="020B0503020204020204" pitchFamily="34" charset="-122"/>
                <a:cs typeface="+mn-cs"/>
              </a:rPr>
              <a:t>问题分析</a:t>
            </a:r>
            <a:endParaRPr kumimoji="0" lang="zh-CN" altLang="en-US" sz="1800" b="0" i="0" u="none" strike="noStrike" kern="1200" cap="none" spc="300" normalizeH="0" baseline="0" noProof="0" dirty="0">
              <a:ln w="635">
                <a:noFill/>
              </a:ln>
              <a:solidFill>
                <a:schemeClr val="bg1">
                  <a:lumMod val="65000"/>
                </a:schemeClr>
              </a:solidFill>
              <a:effectLst/>
              <a:uLnTx/>
              <a:uFillTx/>
              <a:latin typeface="微软雅黑" panose="020B0503020204020204" pitchFamily="34" charset="-122"/>
              <a:ea typeface="微软雅黑" panose="020B0503020204020204" pitchFamily="34" charset="-122"/>
              <a:cs typeface="+mn-cs"/>
            </a:endParaRPr>
          </a:p>
        </p:txBody>
      </p:sp>
      <p:graphicFrame>
        <p:nvGraphicFramePr>
          <p:cNvPr id="8" name="表格 7"/>
          <p:cNvGraphicFramePr>
            <a:graphicFrameLocks noGrp="1"/>
          </p:cNvGraphicFramePr>
          <p:nvPr>
            <p:extLst>
              <p:ext uri="{D42A27DB-BD31-4B8C-83A1-F6EECF244321}">
                <p14:modId xmlns:p14="http://schemas.microsoft.com/office/powerpoint/2010/main" val="3676936204"/>
              </p:ext>
            </p:extLst>
          </p:nvPr>
        </p:nvGraphicFramePr>
        <p:xfrm>
          <a:off x="3731466" y="4650874"/>
          <a:ext cx="6502779" cy="1318335"/>
        </p:xfrm>
        <a:graphic>
          <a:graphicData uri="http://schemas.openxmlformats.org/drawingml/2006/table">
            <a:tbl>
              <a:tblPr/>
              <a:tblGrid>
                <a:gridCol w="1980979">
                  <a:extLst>
                    <a:ext uri="{9D8B030D-6E8A-4147-A177-3AD203B41FA5}">
                      <a16:colId xmlns:a16="http://schemas.microsoft.com/office/drawing/2014/main" val="20000"/>
                    </a:ext>
                  </a:extLst>
                </a:gridCol>
                <a:gridCol w="4521800">
                  <a:extLst>
                    <a:ext uri="{9D8B030D-6E8A-4147-A177-3AD203B41FA5}">
                      <a16:colId xmlns:a16="http://schemas.microsoft.com/office/drawing/2014/main" val="20001"/>
                    </a:ext>
                  </a:extLst>
                </a:gridCol>
              </a:tblGrid>
              <a:tr h="439445">
                <a:tc>
                  <a:txBody>
                    <a:bodyPr/>
                    <a:lstStyle>
                      <a:lvl1pPr marL="0" algn="l" defTabSz="914400" rtl="0" eaLnBrk="1" latinLnBrk="0" hangingPunct="1">
                        <a:defRPr sz="1800" kern="1200">
                          <a:solidFill>
                            <a:schemeClr val="tx1"/>
                          </a:solidFill>
                          <a:latin typeface="等线" panose="02010600030101010101" charset="-122"/>
                        </a:defRPr>
                      </a:lvl1pPr>
                      <a:lvl2pPr marL="457200" algn="l" defTabSz="914400" rtl="0" eaLnBrk="1" latinLnBrk="0" hangingPunct="1">
                        <a:defRPr sz="1800" kern="1200">
                          <a:solidFill>
                            <a:schemeClr val="tx1"/>
                          </a:solidFill>
                          <a:latin typeface="等线" panose="02010600030101010101" charset="-122"/>
                        </a:defRPr>
                      </a:lvl2pPr>
                      <a:lvl3pPr marL="914400" algn="l" defTabSz="914400" rtl="0" eaLnBrk="1" latinLnBrk="0" hangingPunct="1">
                        <a:defRPr sz="1800" kern="1200">
                          <a:solidFill>
                            <a:schemeClr val="tx1"/>
                          </a:solidFill>
                          <a:latin typeface="等线" panose="02010600030101010101" charset="-122"/>
                        </a:defRPr>
                      </a:lvl3pPr>
                      <a:lvl4pPr marL="1371600" algn="l" defTabSz="914400" rtl="0" eaLnBrk="1" latinLnBrk="0" hangingPunct="1">
                        <a:defRPr sz="1800" kern="1200">
                          <a:solidFill>
                            <a:schemeClr val="tx1"/>
                          </a:solidFill>
                          <a:latin typeface="等线" panose="02010600030101010101" charset="-122"/>
                        </a:defRPr>
                      </a:lvl4pPr>
                      <a:lvl5pPr marL="1828800" algn="l" defTabSz="914400" rtl="0" eaLnBrk="1" latinLnBrk="0" hangingPunct="1">
                        <a:defRPr sz="1800" kern="1200">
                          <a:solidFill>
                            <a:schemeClr val="tx1"/>
                          </a:solidFill>
                          <a:latin typeface="等线" panose="02010600030101010101" charset="-122"/>
                        </a:defRPr>
                      </a:lvl5pPr>
                      <a:lvl6pPr marL="2286000" algn="l" defTabSz="914400" rtl="0" eaLnBrk="1" latinLnBrk="0" hangingPunct="1">
                        <a:defRPr sz="1800" kern="1200">
                          <a:solidFill>
                            <a:schemeClr val="tx1"/>
                          </a:solidFill>
                          <a:latin typeface="等线" panose="02010600030101010101" charset="-122"/>
                        </a:defRPr>
                      </a:lvl6pPr>
                      <a:lvl7pPr marL="2743200" algn="l" defTabSz="914400" rtl="0" eaLnBrk="1" latinLnBrk="0" hangingPunct="1">
                        <a:defRPr sz="1800" kern="1200">
                          <a:solidFill>
                            <a:schemeClr val="tx1"/>
                          </a:solidFill>
                          <a:latin typeface="等线" panose="02010600030101010101" charset="-122"/>
                        </a:defRPr>
                      </a:lvl7pPr>
                      <a:lvl8pPr marL="3200400" algn="l" defTabSz="914400" rtl="0" eaLnBrk="1" latinLnBrk="0" hangingPunct="1">
                        <a:defRPr sz="1800" kern="1200">
                          <a:solidFill>
                            <a:schemeClr val="tx1"/>
                          </a:solidFill>
                          <a:latin typeface="等线" panose="02010600030101010101" charset="-122"/>
                        </a:defRPr>
                      </a:lvl8pPr>
                      <a:lvl9pPr marL="3657600" algn="l" defTabSz="914400" rtl="0" eaLnBrk="1" latinLnBrk="0" hangingPunct="1">
                        <a:defRPr sz="1800" kern="1200">
                          <a:solidFill>
                            <a:schemeClr val="tx1"/>
                          </a:solidFill>
                          <a:latin typeface="等线" panose="02010600030101010101" charset="-122"/>
                        </a:defRPr>
                      </a:lvl9pPr>
                    </a:lstStyle>
                    <a:p>
                      <a:pPr algn="r" fontAlgn="ctr"/>
                      <a:r>
                        <a:rPr lang="zh-CN" altLang="en-US" sz="1800" b="0" u="none" strike="noStrike" dirty="0">
                          <a:solidFill>
                            <a:schemeClr val="tx1"/>
                          </a:solidFill>
                          <a:effectLst/>
                          <a:latin typeface="微软雅黑" panose="020B0503020204020204" pitchFamily="34" charset="-122"/>
                          <a:ea typeface="微软雅黑" panose="020B0503020204020204" pitchFamily="34" charset="-122"/>
                        </a:rPr>
                        <a:t>提交人</a:t>
                      </a:r>
                      <a:r>
                        <a:rPr lang="en-US" altLang="zh-CN" sz="1800" b="0" u="none" strike="noStrike" dirty="0">
                          <a:solidFill>
                            <a:schemeClr val="tx1"/>
                          </a:solidFill>
                          <a:effectLst/>
                          <a:latin typeface="微软雅黑" panose="020B0503020204020204" pitchFamily="34" charset="-122"/>
                          <a:ea typeface="微软雅黑" panose="020B0503020204020204" pitchFamily="34" charset="-122"/>
                        </a:rPr>
                        <a:t>(</a:t>
                      </a:r>
                      <a:r>
                        <a:rPr lang="zh-CN" altLang="en-US" sz="1800" b="0" u="none" strike="noStrike" dirty="0">
                          <a:solidFill>
                            <a:schemeClr val="tx1"/>
                          </a:solidFill>
                          <a:effectLst/>
                          <a:latin typeface="微软雅黑" panose="020B0503020204020204" pitchFamily="34" charset="-122"/>
                          <a:ea typeface="微软雅黑" panose="020B0503020204020204" pitchFamily="34" charset="-122"/>
                        </a:rPr>
                        <a:t>团队</a:t>
                      </a:r>
                      <a:r>
                        <a:rPr lang="en-US" altLang="zh-CN" sz="1800" b="0" u="none" strike="noStrike" dirty="0">
                          <a:solidFill>
                            <a:schemeClr val="tx1"/>
                          </a:solidFill>
                          <a:effectLst/>
                          <a:latin typeface="微软雅黑" panose="020B0503020204020204" pitchFamily="34" charset="-122"/>
                          <a:ea typeface="微软雅黑" panose="020B0503020204020204" pitchFamily="34" charset="-122"/>
                        </a:rPr>
                        <a:t>)</a:t>
                      </a:r>
                      <a:r>
                        <a:rPr lang="zh-CN" altLang="en-US" sz="1800" b="0" u="none" strike="noStrike" dirty="0">
                          <a:solidFill>
                            <a:schemeClr val="tx1"/>
                          </a:solidFill>
                          <a:effectLst/>
                          <a:latin typeface="微软雅黑" panose="020B0503020204020204" pitchFamily="34" charset="-122"/>
                          <a:ea typeface="微软雅黑" panose="020B0503020204020204" pitchFamily="34" charset="-122"/>
                        </a:rPr>
                        <a:t>：</a:t>
                      </a:r>
                      <a:endParaRPr lang="zh-CN" altLang="en-US" sz="1800" b="0" i="0" u="none" strike="noStrike" dirty="0">
                        <a:solidFill>
                          <a:schemeClr val="tx1"/>
                        </a:solidFill>
                        <a:effectLst/>
                        <a:latin typeface="微软雅黑" panose="020B0503020204020204" pitchFamily="34" charset="-122"/>
                        <a:ea typeface="微软雅黑" panose="020B0503020204020204" pitchFamily="34" charset="-122"/>
                      </a:endParaRPr>
                    </a:p>
                  </a:txBody>
                  <a:tcPr marL="7620" marR="7620" marT="7620"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等线" panose="02010600030101010101" charset="-122"/>
                        </a:defRPr>
                      </a:lvl1pPr>
                      <a:lvl2pPr marL="457200" algn="l" defTabSz="914400" rtl="0" eaLnBrk="1" latinLnBrk="0" hangingPunct="1">
                        <a:defRPr sz="1800" kern="1200">
                          <a:solidFill>
                            <a:schemeClr val="tx1"/>
                          </a:solidFill>
                          <a:latin typeface="等线" panose="02010600030101010101" charset="-122"/>
                        </a:defRPr>
                      </a:lvl2pPr>
                      <a:lvl3pPr marL="914400" algn="l" defTabSz="914400" rtl="0" eaLnBrk="1" latinLnBrk="0" hangingPunct="1">
                        <a:defRPr sz="1800" kern="1200">
                          <a:solidFill>
                            <a:schemeClr val="tx1"/>
                          </a:solidFill>
                          <a:latin typeface="等线" panose="02010600030101010101" charset="-122"/>
                        </a:defRPr>
                      </a:lvl3pPr>
                      <a:lvl4pPr marL="1371600" algn="l" defTabSz="914400" rtl="0" eaLnBrk="1" latinLnBrk="0" hangingPunct="1">
                        <a:defRPr sz="1800" kern="1200">
                          <a:solidFill>
                            <a:schemeClr val="tx1"/>
                          </a:solidFill>
                          <a:latin typeface="等线" panose="02010600030101010101" charset="-122"/>
                        </a:defRPr>
                      </a:lvl4pPr>
                      <a:lvl5pPr marL="1828800" algn="l" defTabSz="914400" rtl="0" eaLnBrk="1" latinLnBrk="0" hangingPunct="1">
                        <a:defRPr sz="1800" kern="1200">
                          <a:solidFill>
                            <a:schemeClr val="tx1"/>
                          </a:solidFill>
                          <a:latin typeface="等线" panose="02010600030101010101" charset="-122"/>
                        </a:defRPr>
                      </a:lvl5pPr>
                      <a:lvl6pPr marL="2286000" algn="l" defTabSz="914400" rtl="0" eaLnBrk="1" latinLnBrk="0" hangingPunct="1">
                        <a:defRPr sz="1800" kern="1200">
                          <a:solidFill>
                            <a:schemeClr val="tx1"/>
                          </a:solidFill>
                          <a:latin typeface="等线" panose="02010600030101010101" charset="-122"/>
                        </a:defRPr>
                      </a:lvl6pPr>
                      <a:lvl7pPr marL="2743200" algn="l" defTabSz="914400" rtl="0" eaLnBrk="1" latinLnBrk="0" hangingPunct="1">
                        <a:defRPr sz="1800" kern="1200">
                          <a:solidFill>
                            <a:schemeClr val="tx1"/>
                          </a:solidFill>
                          <a:latin typeface="等线" panose="02010600030101010101" charset="-122"/>
                        </a:defRPr>
                      </a:lvl7pPr>
                      <a:lvl8pPr marL="3200400" algn="l" defTabSz="914400" rtl="0" eaLnBrk="1" latinLnBrk="0" hangingPunct="1">
                        <a:defRPr sz="1800" kern="1200">
                          <a:solidFill>
                            <a:schemeClr val="tx1"/>
                          </a:solidFill>
                          <a:latin typeface="等线" panose="02010600030101010101" charset="-122"/>
                        </a:defRPr>
                      </a:lvl8pPr>
                      <a:lvl9pPr marL="3657600" algn="l" defTabSz="914400" rtl="0" eaLnBrk="1" latinLnBrk="0" hangingPunct="1">
                        <a:defRPr sz="1800" kern="1200">
                          <a:solidFill>
                            <a:schemeClr val="tx1"/>
                          </a:solidFill>
                          <a:latin typeface="等线" panose="02010600030101010101" charset="-122"/>
                        </a:defRPr>
                      </a:lvl9pPr>
                    </a:lstStyle>
                    <a:p>
                      <a:pPr algn="l" fontAlgn="ctr"/>
                      <a:r>
                        <a:rPr lang="zh-CN" altLang="en-US" sz="1800" b="0" u="none" strike="noStrike">
                          <a:solidFill>
                            <a:schemeClr val="tx1"/>
                          </a:solidFill>
                          <a:effectLst/>
                          <a:latin typeface="微软雅黑" panose="020B0503020204020204" pitchFamily="34" charset="-122"/>
                          <a:ea typeface="微软雅黑" panose="020B0503020204020204" pitchFamily="34" charset="-122"/>
                        </a:rPr>
                        <a:t>第一事业部</a:t>
                      </a:r>
                      <a:r>
                        <a:rPr lang="en-US" altLang="zh-CN" sz="1800" b="0" u="none" strike="noStrike">
                          <a:solidFill>
                            <a:schemeClr val="tx1"/>
                          </a:solidFill>
                          <a:effectLst/>
                          <a:latin typeface="微软雅黑" panose="020B0503020204020204" pitchFamily="34" charset="-122"/>
                          <a:ea typeface="微软雅黑" panose="020B0503020204020204" pitchFamily="34" charset="-122"/>
                        </a:rPr>
                        <a:t>/</a:t>
                      </a:r>
                      <a:r>
                        <a:rPr lang="zh-CN" altLang="en-US" sz="1800" b="0" u="none" strike="noStrike">
                          <a:solidFill>
                            <a:schemeClr val="tx1"/>
                          </a:solidFill>
                          <a:effectLst/>
                          <a:latin typeface="微软雅黑" panose="020B0503020204020204" pitchFamily="34" charset="-122"/>
                          <a:ea typeface="微软雅黑" panose="020B0503020204020204" pitchFamily="34" charset="-122"/>
                        </a:rPr>
                        <a:t>伍方健</a:t>
                      </a:r>
                      <a:endParaRPr lang="zh-CN" altLang="en-US" sz="1800" b="0" i="0" u="none" strike="noStrike" dirty="0">
                        <a:solidFill>
                          <a:schemeClr val="tx1"/>
                        </a:solidFill>
                        <a:effectLst/>
                        <a:latin typeface="微软雅黑" panose="020B0503020204020204" pitchFamily="34" charset="-122"/>
                        <a:ea typeface="微软雅黑" panose="020B0503020204020204" pitchFamily="34" charset="-122"/>
                      </a:endParaRPr>
                    </a:p>
                  </a:txBody>
                  <a:tcPr marL="7620" marR="7620" marT="7620" marB="0" anchor="ct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439445">
                <a:tc>
                  <a:txBody>
                    <a:bodyPr/>
                    <a:lstStyle>
                      <a:lvl1pPr marL="0" algn="l" defTabSz="914400" rtl="0" eaLnBrk="1" latinLnBrk="0" hangingPunct="1">
                        <a:defRPr sz="1800" kern="1200">
                          <a:solidFill>
                            <a:schemeClr val="tx1"/>
                          </a:solidFill>
                          <a:latin typeface="等线" panose="02010600030101010101" charset="-122"/>
                        </a:defRPr>
                      </a:lvl1pPr>
                      <a:lvl2pPr marL="457200" algn="l" defTabSz="914400" rtl="0" eaLnBrk="1" latinLnBrk="0" hangingPunct="1">
                        <a:defRPr sz="1800" kern="1200">
                          <a:solidFill>
                            <a:schemeClr val="tx1"/>
                          </a:solidFill>
                          <a:latin typeface="等线" panose="02010600030101010101" charset="-122"/>
                        </a:defRPr>
                      </a:lvl2pPr>
                      <a:lvl3pPr marL="914400" algn="l" defTabSz="914400" rtl="0" eaLnBrk="1" latinLnBrk="0" hangingPunct="1">
                        <a:defRPr sz="1800" kern="1200">
                          <a:solidFill>
                            <a:schemeClr val="tx1"/>
                          </a:solidFill>
                          <a:latin typeface="等线" panose="02010600030101010101" charset="-122"/>
                        </a:defRPr>
                      </a:lvl3pPr>
                      <a:lvl4pPr marL="1371600" algn="l" defTabSz="914400" rtl="0" eaLnBrk="1" latinLnBrk="0" hangingPunct="1">
                        <a:defRPr sz="1800" kern="1200">
                          <a:solidFill>
                            <a:schemeClr val="tx1"/>
                          </a:solidFill>
                          <a:latin typeface="等线" panose="02010600030101010101" charset="-122"/>
                        </a:defRPr>
                      </a:lvl4pPr>
                      <a:lvl5pPr marL="1828800" algn="l" defTabSz="914400" rtl="0" eaLnBrk="1" latinLnBrk="0" hangingPunct="1">
                        <a:defRPr sz="1800" kern="1200">
                          <a:solidFill>
                            <a:schemeClr val="tx1"/>
                          </a:solidFill>
                          <a:latin typeface="等线" panose="02010600030101010101" charset="-122"/>
                        </a:defRPr>
                      </a:lvl5pPr>
                      <a:lvl6pPr marL="2286000" algn="l" defTabSz="914400" rtl="0" eaLnBrk="1" latinLnBrk="0" hangingPunct="1">
                        <a:defRPr sz="1800" kern="1200">
                          <a:solidFill>
                            <a:schemeClr val="tx1"/>
                          </a:solidFill>
                          <a:latin typeface="等线" panose="02010600030101010101" charset="-122"/>
                        </a:defRPr>
                      </a:lvl6pPr>
                      <a:lvl7pPr marL="2743200" algn="l" defTabSz="914400" rtl="0" eaLnBrk="1" latinLnBrk="0" hangingPunct="1">
                        <a:defRPr sz="1800" kern="1200">
                          <a:solidFill>
                            <a:schemeClr val="tx1"/>
                          </a:solidFill>
                          <a:latin typeface="等线" panose="02010600030101010101" charset="-122"/>
                        </a:defRPr>
                      </a:lvl7pPr>
                      <a:lvl8pPr marL="3200400" algn="l" defTabSz="914400" rtl="0" eaLnBrk="1" latinLnBrk="0" hangingPunct="1">
                        <a:defRPr sz="1800" kern="1200">
                          <a:solidFill>
                            <a:schemeClr val="tx1"/>
                          </a:solidFill>
                          <a:latin typeface="等线" panose="02010600030101010101" charset="-122"/>
                        </a:defRPr>
                      </a:lvl8pPr>
                      <a:lvl9pPr marL="3657600" algn="l" defTabSz="914400" rtl="0" eaLnBrk="1" latinLnBrk="0" hangingPunct="1">
                        <a:defRPr sz="1800" kern="1200">
                          <a:solidFill>
                            <a:schemeClr val="tx1"/>
                          </a:solidFill>
                          <a:latin typeface="等线" panose="02010600030101010101" charset="-122"/>
                        </a:defRPr>
                      </a:lvl9pPr>
                    </a:lstStyle>
                    <a:p>
                      <a:pPr algn="r" fontAlgn="ctr"/>
                      <a:r>
                        <a:rPr lang="zh-CN" altLang="en-US" sz="1800" b="0" u="none" strike="noStrike" dirty="0">
                          <a:solidFill>
                            <a:schemeClr val="tx1"/>
                          </a:solidFill>
                          <a:effectLst/>
                          <a:latin typeface="微软雅黑" panose="020B0503020204020204" pitchFamily="34" charset="-122"/>
                          <a:ea typeface="微软雅黑" panose="020B0503020204020204" pitchFamily="34" charset="-122"/>
                        </a:rPr>
                        <a:t>审核人员：</a:t>
                      </a:r>
                      <a:endParaRPr lang="zh-CN" altLang="en-US" sz="1800" b="0" i="0" u="none" strike="noStrike" dirty="0">
                        <a:solidFill>
                          <a:schemeClr val="tx1"/>
                        </a:solidFill>
                        <a:effectLst/>
                        <a:latin typeface="微软雅黑" panose="020B0503020204020204" pitchFamily="34" charset="-122"/>
                        <a:ea typeface="微软雅黑" panose="020B0503020204020204" pitchFamily="34" charset="-122"/>
                      </a:endParaRPr>
                    </a:p>
                  </a:txBody>
                  <a:tcPr marL="7620" marR="7620" marT="7620"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等线" panose="02010600030101010101" charset="-122"/>
                        </a:defRPr>
                      </a:lvl1pPr>
                      <a:lvl2pPr marL="457200" algn="l" defTabSz="914400" rtl="0" eaLnBrk="1" latinLnBrk="0" hangingPunct="1">
                        <a:defRPr sz="1800" kern="1200">
                          <a:solidFill>
                            <a:schemeClr val="tx1"/>
                          </a:solidFill>
                          <a:latin typeface="等线" panose="02010600030101010101" charset="-122"/>
                        </a:defRPr>
                      </a:lvl2pPr>
                      <a:lvl3pPr marL="914400" algn="l" defTabSz="914400" rtl="0" eaLnBrk="1" latinLnBrk="0" hangingPunct="1">
                        <a:defRPr sz="1800" kern="1200">
                          <a:solidFill>
                            <a:schemeClr val="tx1"/>
                          </a:solidFill>
                          <a:latin typeface="等线" panose="02010600030101010101" charset="-122"/>
                        </a:defRPr>
                      </a:lvl3pPr>
                      <a:lvl4pPr marL="1371600" algn="l" defTabSz="914400" rtl="0" eaLnBrk="1" latinLnBrk="0" hangingPunct="1">
                        <a:defRPr sz="1800" kern="1200">
                          <a:solidFill>
                            <a:schemeClr val="tx1"/>
                          </a:solidFill>
                          <a:latin typeface="等线" panose="02010600030101010101" charset="-122"/>
                        </a:defRPr>
                      </a:lvl4pPr>
                      <a:lvl5pPr marL="1828800" algn="l" defTabSz="914400" rtl="0" eaLnBrk="1" latinLnBrk="0" hangingPunct="1">
                        <a:defRPr sz="1800" kern="1200">
                          <a:solidFill>
                            <a:schemeClr val="tx1"/>
                          </a:solidFill>
                          <a:latin typeface="等线" panose="02010600030101010101" charset="-122"/>
                        </a:defRPr>
                      </a:lvl5pPr>
                      <a:lvl6pPr marL="2286000" algn="l" defTabSz="914400" rtl="0" eaLnBrk="1" latinLnBrk="0" hangingPunct="1">
                        <a:defRPr sz="1800" kern="1200">
                          <a:solidFill>
                            <a:schemeClr val="tx1"/>
                          </a:solidFill>
                          <a:latin typeface="等线" panose="02010600030101010101" charset="-122"/>
                        </a:defRPr>
                      </a:lvl6pPr>
                      <a:lvl7pPr marL="2743200" algn="l" defTabSz="914400" rtl="0" eaLnBrk="1" latinLnBrk="0" hangingPunct="1">
                        <a:defRPr sz="1800" kern="1200">
                          <a:solidFill>
                            <a:schemeClr val="tx1"/>
                          </a:solidFill>
                          <a:latin typeface="等线" panose="02010600030101010101" charset="-122"/>
                        </a:defRPr>
                      </a:lvl7pPr>
                      <a:lvl8pPr marL="3200400" algn="l" defTabSz="914400" rtl="0" eaLnBrk="1" latinLnBrk="0" hangingPunct="1">
                        <a:defRPr sz="1800" kern="1200">
                          <a:solidFill>
                            <a:schemeClr val="tx1"/>
                          </a:solidFill>
                          <a:latin typeface="等线" panose="02010600030101010101" charset="-122"/>
                        </a:defRPr>
                      </a:lvl8pPr>
                      <a:lvl9pPr marL="3657600" algn="l" defTabSz="914400" rtl="0" eaLnBrk="1" latinLnBrk="0" hangingPunct="1">
                        <a:defRPr sz="1800" kern="1200">
                          <a:solidFill>
                            <a:schemeClr val="tx1"/>
                          </a:solidFill>
                          <a:latin typeface="等线" panose="02010600030101010101" charset="-122"/>
                        </a:defRPr>
                      </a:lvl9pPr>
                    </a:lstStyle>
                    <a:p>
                      <a:pPr algn="l" fontAlgn="ctr"/>
                      <a:r>
                        <a:rPr lang="zh-CN" altLang="en-US" sz="1800" b="0" i="0" u="none" strike="noStrike">
                          <a:solidFill>
                            <a:schemeClr val="tx1"/>
                          </a:solidFill>
                          <a:effectLst/>
                          <a:latin typeface="微软雅黑" panose="020B0503020204020204" pitchFamily="34" charset="-122"/>
                          <a:ea typeface="微软雅黑" panose="020B0503020204020204" pitchFamily="34" charset="-122"/>
                        </a:rPr>
                        <a:t>项俊</a:t>
                      </a:r>
                      <a:endParaRPr lang="zh-CN" altLang="en-US" sz="1800" b="0" i="0" u="none" strike="noStrike" dirty="0">
                        <a:solidFill>
                          <a:schemeClr val="tx1"/>
                        </a:solidFill>
                        <a:effectLst/>
                        <a:latin typeface="微软雅黑" panose="020B0503020204020204" pitchFamily="34" charset="-122"/>
                        <a:ea typeface="微软雅黑" panose="020B0503020204020204" pitchFamily="34" charset="-122"/>
                      </a:endParaRPr>
                    </a:p>
                  </a:txBody>
                  <a:tcPr marL="7620" marR="7620" marT="7620" marB="0" anchor="ct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439445">
                <a:tc>
                  <a:txBody>
                    <a:bodyPr/>
                    <a:lstStyle>
                      <a:lvl1pPr marL="0" algn="l" defTabSz="914400" rtl="0" eaLnBrk="1" latinLnBrk="0" hangingPunct="1">
                        <a:defRPr sz="1800" kern="1200">
                          <a:solidFill>
                            <a:schemeClr val="tx1"/>
                          </a:solidFill>
                          <a:latin typeface="等线" panose="02010600030101010101" charset="-122"/>
                        </a:defRPr>
                      </a:lvl1pPr>
                      <a:lvl2pPr marL="457200" algn="l" defTabSz="914400" rtl="0" eaLnBrk="1" latinLnBrk="0" hangingPunct="1">
                        <a:defRPr sz="1800" kern="1200">
                          <a:solidFill>
                            <a:schemeClr val="tx1"/>
                          </a:solidFill>
                          <a:latin typeface="等线" panose="02010600030101010101" charset="-122"/>
                        </a:defRPr>
                      </a:lvl2pPr>
                      <a:lvl3pPr marL="914400" algn="l" defTabSz="914400" rtl="0" eaLnBrk="1" latinLnBrk="0" hangingPunct="1">
                        <a:defRPr sz="1800" kern="1200">
                          <a:solidFill>
                            <a:schemeClr val="tx1"/>
                          </a:solidFill>
                          <a:latin typeface="等线" panose="02010600030101010101" charset="-122"/>
                        </a:defRPr>
                      </a:lvl3pPr>
                      <a:lvl4pPr marL="1371600" algn="l" defTabSz="914400" rtl="0" eaLnBrk="1" latinLnBrk="0" hangingPunct="1">
                        <a:defRPr sz="1800" kern="1200">
                          <a:solidFill>
                            <a:schemeClr val="tx1"/>
                          </a:solidFill>
                          <a:latin typeface="等线" panose="02010600030101010101" charset="-122"/>
                        </a:defRPr>
                      </a:lvl4pPr>
                      <a:lvl5pPr marL="1828800" algn="l" defTabSz="914400" rtl="0" eaLnBrk="1" latinLnBrk="0" hangingPunct="1">
                        <a:defRPr sz="1800" kern="1200">
                          <a:solidFill>
                            <a:schemeClr val="tx1"/>
                          </a:solidFill>
                          <a:latin typeface="等线" panose="02010600030101010101" charset="-122"/>
                        </a:defRPr>
                      </a:lvl5pPr>
                      <a:lvl6pPr marL="2286000" algn="l" defTabSz="914400" rtl="0" eaLnBrk="1" latinLnBrk="0" hangingPunct="1">
                        <a:defRPr sz="1800" kern="1200">
                          <a:solidFill>
                            <a:schemeClr val="tx1"/>
                          </a:solidFill>
                          <a:latin typeface="等线" panose="02010600030101010101" charset="-122"/>
                        </a:defRPr>
                      </a:lvl6pPr>
                      <a:lvl7pPr marL="2743200" algn="l" defTabSz="914400" rtl="0" eaLnBrk="1" latinLnBrk="0" hangingPunct="1">
                        <a:defRPr sz="1800" kern="1200">
                          <a:solidFill>
                            <a:schemeClr val="tx1"/>
                          </a:solidFill>
                          <a:latin typeface="等线" panose="02010600030101010101" charset="-122"/>
                        </a:defRPr>
                      </a:lvl7pPr>
                      <a:lvl8pPr marL="3200400" algn="l" defTabSz="914400" rtl="0" eaLnBrk="1" latinLnBrk="0" hangingPunct="1">
                        <a:defRPr sz="1800" kern="1200">
                          <a:solidFill>
                            <a:schemeClr val="tx1"/>
                          </a:solidFill>
                          <a:latin typeface="等线" panose="02010600030101010101" charset="-122"/>
                        </a:defRPr>
                      </a:lvl8pPr>
                      <a:lvl9pPr marL="3657600" algn="l" defTabSz="914400" rtl="0" eaLnBrk="1" latinLnBrk="0" hangingPunct="1">
                        <a:defRPr sz="1800" kern="1200">
                          <a:solidFill>
                            <a:schemeClr val="tx1"/>
                          </a:solidFill>
                          <a:latin typeface="等线" panose="02010600030101010101" charset="-122"/>
                        </a:defRPr>
                      </a:lvl9pPr>
                    </a:lstStyle>
                    <a:p>
                      <a:pPr algn="r" fontAlgn="ctr"/>
                      <a:r>
                        <a:rPr lang="zh-CN" altLang="en-US" sz="1800" b="0" u="none" strike="noStrike" dirty="0">
                          <a:solidFill>
                            <a:schemeClr val="tx1"/>
                          </a:solidFill>
                          <a:effectLst/>
                          <a:latin typeface="微软雅黑" panose="020B0503020204020204" pitchFamily="34" charset="-122"/>
                          <a:ea typeface="微软雅黑" panose="020B0503020204020204" pitchFamily="34" charset="-122"/>
                        </a:rPr>
                        <a:t>提交日期：</a:t>
                      </a:r>
                      <a:endParaRPr lang="zh-CN" altLang="en-US" sz="1800" b="0" i="0" u="none" strike="noStrike" dirty="0">
                        <a:solidFill>
                          <a:schemeClr val="tx1"/>
                        </a:solidFill>
                        <a:effectLst/>
                        <a:latin typeface="微软雅黑" panose="020B0503020204020204" pitchFamily="34" charset="-122"/>
                        <a:ea typeface="微软雅黑" panose="020B0503020204020204" pitchFamily="34" charset="-122"/>
                      </a:endParaRPr>
                    </a:p>
                  </a:txBody>
                  <a:tcPr marL="7620" marR="7620" marT="7620"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等线" panose="02010600030101010101" charset="-122"/>
                        </a:defRPr>
                      </a:lvl1pPr>
                      <a:lvl2pPr marL="457200" algn="l" defTabSz="914400" rtl="0" eaLnBrk="1" latinLnBrk="0" hangingPunct="1">
                        <a:defRPr sz="1800" kern="1200">
                          <a:solidFill>
                            <a:schemeClr val="tx1"/>
                          </a:solidFill>
                          <a:latin typeface="等线" panose="02010600030101010101" charset="-122"/>
                        </a:defRPr>
                      </a:lvl2pPr>
                      <a:lvl3pPr marL="914400" algn="l" defTabSz="914400" rtl="0" eaLnBrk="1" latinLnBrk="0" hangingPunct="1">
                        <a:defRPr sz="1800" kern="1200">
                          <a:solidFill>
                            <a:schemeClr val="tx1"/>
                          </a:solidFill>
                          <a:latin typeface="等线" panose="02010600030101010101" charset="-122"/>
                        </a:defRPr>
                      </a:lvl3pPr>
                      <a:lvl4pPr marL="1371600" algn="l" defTabSz="914400" rtl="0" eaLnBrk="1" latinLnBrk="0" hangingPunct="1">
                        <a:defRPr sz="1800" kern="1200">
                          <a:solidFill>
                            <a:schemeClr val="tx1"/>
                          </a:solidFill>
                          <a:latin typeface="等线" panose="02010600030101010101" charset="-122"/>
                        </a:defRPr>
                      </a:lvl4pPr>
                      <a:lvl5pPr marL="1828800" algn="l" defTabSz="914400" rtl="0" eaLnBrk="1" latinLnBrk="0" hangingPunct="1">
                        <a:defRPr sz="1800" kern="1200">
                          <a:solidFill>
                            <a:schemeClr val="tx1"/>
                          </a:solidFill>
                          <a:latin typeface="等线" panose="02010600030101010101" charset="-122"/>
                        </a:defRPr>
                      </a:lvl5pPr>
                      <a:lvl6pPr marL="2286000" algn="l" defTabSz="914400" rtl="0" eaLnBrk="1" latinLnBrk="0" hangingPunct="1">
                        <a:defRPr sz="1800" kern="1200">
                          <a:solidFill>
                            <a:schemeClr val="tx1"/>
                          </a:solidFill>
                          <a:latin typeface="等线" panose="02010600030101010101" charset="-122"/>
                        </a:defRPr>
                      </a:lvl6pPr>
                      <a:lvl7pPr marL="2743200" algn="l" defTabSz="914400" rtl="0" eaLnBrk="1" latinLnBrk="0" hangingPunct="1">
                        <a:defRPr sz="1800" kern="1200">
                          <a:solidFill>
                            <a:schemeClr val="tx1"/>
                          </a:solidFill>
                          <a:latin typeface="等线" panose="02010600030101010101" charset="-122"/>
                        </a:defRPr>
                      </a:lvl7pPr>
                      <a:lvl8pPr marL="3200400" algn="l" defTabSz="914400" rtl="0" eaLnBrk="1" latinLnBrk="0" hangingPunct="1">
                        <a:defRPr sz="1800" kern="1200">
                          <a:solidFill>
                            <a:schemeClr val="tx1"/>
                          </a:solidFill>
                          <a:latin typeface="等线" panose="02010600030101010101" charset="-122"/>
                        </a:defRPr>
                      </a:lvl8pPr>
                      <a:lvl9pPr marL="3657600" algn="l" defTabSz="914400" rtl="0" eaLnBrk="1" latinLnBrk="0" hangingPunct="1">
                        <a:defRPr sz="1800" kern="1200">
                          <a:solidFill>
                            <a:schemeClr val="tx1"/>
                          </a:solidFill>
                          <a:latin typeface="等线" panose="02010600030101010101" charset="-122"/>
                        </a:defRPr>
                      </a:lvl9pPr>
                    </a:lstStyle>
                    <a:p>
                      <a:pPr algn="l" fontAlgn="ctr"/>
                      <a:r>
                        <a:rPr lang="en-US" sz="1800" b="0" u="none" strike="noStrike">
                          <a:solidFill>
                            <a:schemeClr val="tx1"/>
                          </a:solidFill>
                          <a:effectLst/>
                          <a:latin typeface="微软雅黑" panose="020B0503020204020204" pitchFamily="34" charset="-122"/>
                          <a:ea typeface="微软雅黑" panose="020B0503020204020204" pitchFamily="34" charset="-122"/>
                        </a:rPr>
                        <a:t>2025</a:t>
                      </a:r>
                      <a:r>
                        <a:rPr lang="zh-CN" altLang="en-US" sz="1800" b="0" u="none" strike="noStrike">
                          <a:solidFill>
                            <a:schemeClr val="tx1"/>
                          </a:solidFill>
                          <a:effectLst/>
                          <a:latin typeface="微软雅黑" panose="020B0503020204020204" pitchFamily="34" charset="-122"/>
                          <a:ea typeface="微软雅黑" panose="020B0503020204020204" pitchFamily="34" charset="-122"/>
                        </a:rPr>
                        <a:t>年</a:t>
                      </a:r>
                      <a:r>
                        <a:rPr lang="en-US" altLang="zh-CN" sz="1800" b="0" u="none" strike="noStrike">
                          <a:solidFill>
                            <a:schemeClr val="tx1"/>
                          </a:solidFill>
                          <a:effectLst/>
                          <a:latin typeface="微软雅黑" panose="020B0503020204020204" pitchFamily="34" charset="-122"/>
                          <a:ea typeface="微软雅黑" panose="020B0503020204020204" pitchFamily="34" charset="-122"/>
                        </a:rPr>
                        <a:t>9</a:t>
                      </a:r>
                      <a:r>
                        <a:rPr lang="zh-CN" altLang="en-US" sz="1800" b="0" u="none" strike="noStrike">
                          <a:solidFill>
                            <a:schemeClr val="tx1"/>
                          </a:solidFill>
                          <a:effectLst/>
                          <a:latin typeface="微软雅黑" panose="020B0503020204020204" pitchFamily="34" charset="-122"/>
                          <a:ea typeface="微软雅黑" panose="020B0503020204020204" pitchFamily="34" charset="-122"/>
                        </a:rPr>
                        <a:t>月</a:t>
                      </a:r>
                      <a:r>
                        <a:rPr lang="en-US" altLang="zh-CN" sz="1800" b="0" u="none" strike="noStrike">
                          <a:solidFill>
                            <a:schemeClr val="tx1"/>
                          </a:solidFill>
                          <a:effectLst/>
                          <a:latin typeface="微软雅黑" panose="020B0503020204020204" pitchFamily="34" charset="-122"/>
                          <a:ea typeface="微软雅黑" panose="020B0503020204020204" pitchFamily="34" charset="-122"/>
                        </a:rPr>
                        <a:t>8</a:t>
                      </a:r>
                      <a:r>
                        <a:rPr lang="zh-CN" altLang="en-US" sz="1800" b="0" u="none" strike="noStrike">
                          <a:solidFill>
                            <a:schemeClr val="tx1"/>
                          </a:solidFill>
                          <a:effectLst/>
                          <a:latin typeface="微软雅黑" panose="020B0503020204020204" pitchFamily="34" charset="-122"/>
                          <a:ea typeface="微软雅黑" panose="020B0503020204020204" pitchFamily="34" charset="-122"/>
                        </a:rPr>
                        <a:t>日</a:t>
                      </a:r>
                      <a:endParaRPr lang="zh-CN" altLang="en-US" sz="1800" b="0" i="0" u="none" strike="noStrike" dirty="0">
                        <a:solidFill>
                          <a:schemeClr val="tx1"/>
                        </a:solidFill>
                        <a:effectLst/>
                        <a:latin typeface="微软雅黑" panose="020B0503020204020204" pitchFamily="34" charset="-122"/>
                        <a:ea typeface="微软雅黑" panose="020B0503020204020204" pitchFamily="34" charset="-122"/>
                      </a:endParaRPr>
                    </a:p>
                  </a:txBody>
                  <a:tcPr marL="7620" marR="7620" marT="7620" marB="0" anchor="ct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表格 4"/>
          <p:cNvGraphicFramePr>
            <a:graphicFrameLocks noGrp="1"/>
          </p:cNvGraphicFramePr>
          <p:nvPr>
            <p:custDataLst>
              <p:tags r:id="rId1"/>
            </p:custDataLst>
            <p:extLst>
              <p:ext uri="{D42A27DB-BD31-4B8C-83A1-F6EECF244321}">
                <p14:modId xmlns:p14="http://schemas.microsoft.com/office/powerpoint/2010/main" val="1729835915"/>
              </p:ext>
            </p:extLst>
          </p:nvPr>
        </p:nvGraphicFramePr>
        <p:xfrm>
          <a:off x="175581" y="584352"/>
          <a:ext cx="11840837" cy="782810"/>
        </p:xfrm>
        <a:graphic>
          <a:graphicData uri="http://schemas.openxmlformats.org/drawingml/2006/table">
            <a:tbl>
              <a:tblPr/>
              <a:tblGrid>
                <a:gridCol w="1120079">
                  <a:extLst>
                    <a:ext uri="{9D8B030D-6E8A-4147-A177-3AD203B41FA5}">
                      <a16:colId xmlns:a16="http://schemas.microsoft.com/office/drawing/2014/main" val="20000"/>
                    </a:ext>
                  </a:extLst>
                </a:gridCol>
                <a:gridCol w="1060075">
                  <a:extLst>
                    <a:ext uri="{9D8B030D-6E8A-4147-A177-3AD203B41FA5}">
                      <a16:colId xmlns:a16="http://schemas.microsoft.com/office/drawing/2014/main" val="20001"/>
                    </a:ext>
                  </a:extLst>
                </a:gridCol>
                <a:gridCol w="1060075">
                  <a:extLst>
                    <a:ext uri="{9D8B030D-6E8A-4147-A177-3AD203B41FA5}">
                      <a16:colId xmlns:a16="http://schemas.microsoft.com/office/drawing/2014/main" val="20002"/>
                    </a:ext>
                  </a:extLst>
                </a:gridCol>
                <a:gridCol w="1060075">
                  <a:extLst>
                    <a:ext uri="{9D8B030D-6E8A-4147-A177-3AD203B41FA5}">
                      <a16:colId xmlns:a16="http://schemas.microsoft.com/office/drawing/2014/main" val="20003"/>
                    </a:ext>
                  </a:extLst>
                </a:gridCol>
                <a:gridCol w="1060075">
                  <a:extLst>
                    <a:ext uri="{9D8B030D-6E8A-4147-A177-3AD203B41FA5}">
                      <a16:colId xmlns:a16="http://schemas.microsoft.com/office/drawing/2014/main" val="20004"/>
                    </a:ext>
                  </a:extLst>
                </a:gridCol>
                <a:gridCol w="1060075">
                  <a:extLst>
                    <a:ext uri="{9D8B030D-6E8A-4147-A177-3AD203B41FA5}">
                      <a16:colId xmlns:a16="http://schemas.microsoft.com/office/drawing/2014/main" val="20005"/>
                    </a:ext>
                  </a:extLst>
                </a:gridCol>
                <a:gridCol w="1060075">
                  <a:extLst>
                    <a:ext uri="{9D8B030D-6E8A-4147-A177-3AD203B41FA5}">
                      <a16:colId xmlns:a16="http://schemas.microsoft.com/office/drawing/2014/main" val="20006"/>
                    </a:ext>
                  </a:extLst>
                </a:gridCol>
                <a:gridCol w="1120079">
                  <a:extLst>
                    <a:ext uri="{9D8B030D-6E8A-4147-A177-3AD203B41FA5}">
                      <a16:colId xmlns:a16="http://schemas.microsoft.com/office/drawing/2014/main" val="20007"/>
                    </a:ext>
                  </a:extLst>
                </a:gridCol>
                <a:gridCol w="1060075">
                  <a:extLst>
                    <a:ext uri="{9D8B030D-6E8A-4147-A177-3AD203B41FA5}">
                      <a16:colId xmlns:a16="http://schemas.microsoft.com/office/drawing/2014/main" val="20008"/>
                    </a:ext>
                  </a:extLst>
                </a:gridCol>
                <a:gridCol w="1120079">
                  <a:extLst>
                    <a:ext uri="{9D8B030D-6E8A-4147-A177-3AD203B41FA5}">
                      <a16:colId xmlns:a16="http://schemas.microsoft.com/office/drawing/2014/main" val="20009"/>
                    </a:ext>
                  </a:extLst>
                </a:gridCol>
                <a:gridCol w="1060075">
                  <a:extLst>
                    <a:ext uri="{9D8B030D-6E8A-4147-A177-3AD203B41FA5}">
                      <a16:colId xmlns:a16="http://schemas.microsoft.com/office/drawing/2014/main" val="20010"/>
                    </a:ext>
                  </a:extLst>
                </a:gridCol>
              </a:tblGrid>
              <a:tr h="391405">
                <a:tc>
                  <a:txBody>
                    <a:bodyPr/>
                    <a:lstStyle/>
                    <a:p>
                      <a:pPr algn="ctr" fontAlgn="ctr"/>
                      <a:r>
                        <a:rPr lang="zh-CN" altLang="en-US" sz="1800" b="1" i="0" u="none" strike="noStrike" dirty="0">
                          <a:solidFill>
                            <a:srgbClr val="000000"/>
                          </a:solidFill>
                          <a:effectLst/>
                          <a:latin typeface="微软雅黑" panose="020B0503020204020204" pitchFamily="34" charset="-122"/>
                          <a:ea typeface="微软雅黑" panose="020B0503020204020204" pitchFamily="34" charset="-122"/>
                        </a:rPr>
                        <a:t>文件密级</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algn="ctr" fontAlgn="ctr"/>
                      <a:r>
                        <a:rPr lang="zh-CN" altLang="en-US" sz="1800" b="0" i="0" u="none" strike="noStrike" dirty="0">
                          <a:solidFill>
                            <a:srgbClr val="000000"/>
                          </a:solidFill>
                          <a:effectLst/>
                          <a:latin typeface="微软雅黑" panose="020B0503020204020204" pitchFamily="34" charset="-122"/>
                          <a:ea typeface="微软雅黑" panose="020B0503020204020204" pitchFamily="34" charset="-122"/>
                        </a:rPr>
                        <a:t>绝密</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algn="ctr" fontAlgn="ctr"/>
                      <a:r>
                        <a:rPr lang="zh-CN" altLang="en-US" sz="1800" b="0" i="0" u="none" strike="noStrike" dirty="0">
                          <a:solidFill>
                            <a:srgbClr val="000000"/>
                          </a:solidFill>
                          <a:effectLst/>
                          <a:latin typeface="微软雅黑" panose="020B0503020204020204" pitchFamily="34" charset="-122"/>
                          <a:ea typeface="微软雅黑" panose="020B0503020204020204" pitchFamily="34" charset="-122"/>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algn="ctr" fontAlgn="ctr"/>
                      <a:r>
                        <a:rPr lang="zh-CN" altLang="en-US" sz="1800" b="0" i="0" u="none" strike="noStrike" dirty="0">
                          <a:solidFill>
                            <a:srgbClr val="000000"/>
                          </a:solidFill>
                          <a:effectLst/>
                          <a:latin typeface="微软雅黑" panose="020B0503020204020204" pitchFamily="34" charset="-122"/>
                          <a:ea typeface="微软雅黑" panose="020B0503020204020204" pitchFamily="34" charset="-122"/>
                        </a:rPr>
                        <a:t>机密</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algn="ctr" fontAlgn="ctr"/>
                      <a:r>
                        <a:rPr lang="zh-CN" altLang="en-US" sz="1800" b="0" i="0" u="none" strike="noStrike" dirty="0">
                          <a:solidFill>
                            <a:srgbClr val="000000"/>
                          </a:solidFill>
                          <a:effectLst/>
                          <a:latin typeface="微软雅黑" panose="020B0503020204020204" pitchFamily="34" charset="-122"/>
                          <a:ea typeface="微软雅黑" panose="020B0503020204020204" pitchFamily="34" charset="-122"/>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algn="ctr" fontAlgn="ctr"/>
                      <a:r>
                        <a:rPr lang="zh-CN" altLang="en-US" sz="1800" b="0" i="0" u="none" strike="noStrike">
                          <a:solidFill>
                            <a:srgbClr val="000000"/>
                          </a:solidFill>
                          <a:effectLst/>
                          <a:latin typeface="微软雅黑" panose="020B0503020204020204" pitchFamily="34" charset="-122"/>
                          <a:ea typeface="微软雅黑" panose="020B0503020204020204" pitchFamily="34" charset="-122"/>
                        </a:rPr>
                        <a:t>秘密</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algn="ctr" fontAlgn="ctr"/>
                      <a:r>
                        <a:rPr lang="zh-CN" altLang="en-US" sz="1800" b="0" i="0" u="none" strike="noStrike" dirty="0">
                          <a:solidFill>
                            <a:srgbClr val="000000"/>
                          </a:solidFill>
                          <a:effectLst/>
                          <a:latin typeface="微软雅黑" panose="020B0503020204020204" pitchFamily="34" charset="-122"/>
                          <a:ea typeface="微软雅黑" panose="020B0503020204020204" pitchFamily="34" charset="-122"/>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algn="ctr" fontAlgn="ctr"/>
                      <a:r>
                        <a:rPr lang="zh-CN" altLang="en-US" sz="1800" b="0" i="0" u="none" strike="noStrike">
                          <a:solidFill>
                            <a:srgbClr val="000000"/>
                          </a:solidFill>
                          <a:effectLst/>
                          <a:latin typeface="微软雅黑" panose="020B0503020204020204" pitchFamily="34" charset="-122"/>
                          <a:ea typeface="微软雅黑" panose="020B0503020204020204" pitchFamily="34" charset="-122"/>
                        </a:rPr>
                        <a:t>内部公开</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lang="zh-CN" altLang="en-US" sz="1800" b="1" i="0" u="none" strike="noStrike">
                          <a:solidFill>
                            <a:srgbClr val="FF0000"/>
                          </a:solidFill>
                          <a:effectLst/>
                          <a:latin typeface="楷体" panose="02010609060101010101" pitchFamily="49" charset="-122"/>
                          <a:ea typeface="楷体" panose="02010609060101010101" pitchFamily="49" charset="-122"/>
                        </a:rPr>
                        <a:t>√</a:t>
                      </a:r>
                      <a:endParaRPr lang="zh-CN" altLang="en-US" sz="1800" b="0" i="0" u="none" strike="noStrike" dirty="0">
                        <a:solidFill>
                          <a:srgbClr val="FF0000"/>
                        </a:solidFill>
                        <a:effectLst/>
                        <a:latin typeface="微软雅黑" panose="020B0503020204020204" pitchFamily="34" charset="-122"/>
                        <a:ea typeface="微软雅黑" panose="020B0503020204020204" pitchFamily="34" charset="-122"/>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algn="ctr" fontAlgn="ctr"/>
                      <a:r>
                        <a:rPr lang="zh-CN" altLang="en-US" sz="1800" b="0" i="0" u="none" strike="noStrike" dirty="0">
                          <a:solidFill>
                            <a:srgbClr val="000000"/>
                          </a:solidFill>
                          <a:effectLst/>
                          <a:latin typeface="微软雅黑" panose="020B0503020204020204" pitchFamily="34" charset="-122"/>
                          <a:ea typeface="微软雅黑" panose="020B0503020204020204" pitchFamily="34" charset="-122"/>
                        </a:rPr>
                        <a:t>外部公开</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lang="zh-CN" altLang="en-US" sz="1800" b="0" i="0" u="none" strike="noStrike">
                          <a:solidFill>
                            <a:srgbClr val="000000"/>
                          </a:solidFill>
                          <a:effectLst/>
                          <a:latin typeface="微软雅黑" panose="020B0503020204020204" pitchFamily="34" charset="-122"/>
                          <a:ea typeface="微软雅黑" panose="020B0503020204020204" pitchFamily="34" charset="-122"/>
                        </a:rPr>
                        <a:t>　</a:t>
                      </a:r>
                      <a:endParaRPr lang="zh-CN" altLang="en-US" sz="1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extLst>
                  <a:ext uri="{0D108BD9-81ED-4DB2-BD59-A6C34878D82A}">
                    <a16:rowId xmlns:a16="http://schemas.microsoft.com/office/drawing/2014/main" val="10000"/>
                  </a:ext>
                </a:extLst>
              </a:tr>
              <a:tr h="391405">
                <a:tc>
                  <a:txBody>
                    <a:bodyPr/>
                    <a:lstStyle/>
                    <a:p>
                      <a:pPr algn="ctr" fontAlgn="ctr"/>
                      <a:r>
                        <a:rPr lang="zh-CN" altLang="en-US" sz="1800" b="1" i="0" u="none" strike="noStrike" dirty="0">
                          <a:solidFill>
                            <a:srgbClr val="000000"/>
                          </a:solidFill>
                          <a:effectLst/>
                          <a:latin typeface="微软雅黑" panose="020B0503020204020204" pitchFamily="34" charset="-122"/>
                          <a:ea typeface="微软雅黑" panose="020B0503020204020204" pitchFamily="34" charset="-122"/>
                        </a:rPr>
                        <a:t>分享范围</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algn="ctr" fontAlgn="ctr"/>
                      <a:r>
                        <a:rPr lang="zh-CN" altLang="en-US" sz="1800" b="0" i="0" u="none" strike="noStrike" dirty="0">
                          <a:solidFill>
                            <a:srgbClr val="000000"/>
                          </a:solidFill>
                          <a:effectLst/>
                          <a:latin typeface="微软雅黑" panose="020B0503020204020204" pitchFamily="34" charset="-122"/>
                          <a:ea typeface="微软雅黑" panose="020B0503020204020204" pitchFamily="34" charset="-122"/>
                        </a:rPr>
                        <a:t>全员</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lang="zh-CN" altLang="en-US" sz="1800" b="0" i="0" u="none" strike="noStrike">
                          <a:solidFill>
                            <a:srgbClr val="000000"/>
                          </a:solidFill>
                          <a:effectLst/>
                          <a:latin typeface="微软雅黑" panose="020B0503020204020204" pitchFamily="34" charset="-122"/>
                          <a:ea typeface="微软雅黑" panose="020B0503020204020204" pitchFamily="34" charset="-122"/>
                        </a:rPr>
                        <a:t>　</a:t>
                      </a:r>
                      <a:endParaRPr lang="zh-CN" altLang="en-US" sz="1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algn="ctr" fontAlgn="ctr"/>
                      <a:r>
                        <a:rPr lang="zh-CN" altLang="en-US" sz="1800" b="0" i="0" u="none" strike="noStrike" dirty="0">
                          <a:solidFill>
                            <a:srgbClr val="000000"/>
                          </a:solidFill>
                          <a:effectLst/>
                          <a:latin typeface="微软雅黑" panose="020B0503020204020204" pitchFamily="34" charset="-122"/>
                          <a:ea typeface="微软雅黑" panose="020B0503020204020204" pitchFamily="34" charset="-122"/>
                        </a:rPr>
                        <a:t>领域内</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algn="ctr" fontAlgn="ctr"/>
                      <a:r>
                        <a:rPr lang="zh-CN" altLang="en-US" sz="1800" b="1" i="0" u="none" strike="noStrike">
                          <a:solidFill>
                            <a:srgbClr val="FF0000"/>
                          </a:solidFill>
                          <a:effectLst/>
                          <a:latin typeface="楷体" panose="02010609060101010101" pitchFamily="49" charset="-122"/>
                          <a:ea typeface="楷体" panose="02010609060101010101" pitchFamily="49" charset="-122"/>
                        </a:rPr>
                        <a:t>√</a:t>
                      </a:r>
                      <a:endParaRPr lang="zh-CN" altLang="en-US" sz="1800" b="0" i="0" u="none" strike="noStrike" dirty="0">
                        <a:solidFill>
                          <a:srgbClr val="FF0000"/>
                        </a:solidFill>
                        <a:effectLst/>
                        <a:latin typeface="微软雅黑" panose="020B0503020204020204" pitchFamily="34" charset="-122"/>
                        <a:ea typeface="微软雅黑" panose="020B0503020204020204" pitchFamily="34" charset="-122"/>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algn="ctr" fontAlgn="ctr"/>
                      <a:r>
                        <a:rPr lang="en-US" sz="1800" b="0" i="0" u="none" strike="noStrike" dirty="0">
                          <a:solidFill>
                            <a:srgbClr val="000000"/>
                          </a:solidFill>
                          <a:effectLst/>
                          <a:latin typeface="微软雅黑" panose="020B0503020204020204" pitchFamily="34" charset="-122"/>
                          <a:ea typeface="微软雅黑" panose="020B0503020204020204" pitchFamily="34" charset="-122"/>
                        </a:rPr>
                        <a:t>BU</a:t>
                      </a:r>
                      <a:r>
                        <a:rPr lang="zh-CN" altLang="en-US" sz="1800" b="0" i="0" u="none" strike="noStrike" dirty="0">
                          <a:solidFill>
                            <a:srgbClr val="000000"/>
                          </a:solidFill>
                          <a:effectLst/>
                          <a:latin typeface="微软雅黑" panose="020B0503020204020204" pitchFamily="34" charset="-122"/>
                          <a:ea typeface="微软雅黑" panose="020B0503020204020204" pitchFamily="34" charset="-122"/>
                        </a:rPr>
                        <a:t>内</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algn="ctr" fontAlgn="ctr"/>
                      <a:r>
                        <a:rPr lang="zh-CN" altLang="en-US" sz="1800" b="0" i="0" u="none" strike="noStrike" dirty="0">
                          <a:solidFill>
                            <a:srgbClr val="000000"/>
                          </a:solidFill>
                          <a:effectLst/>
                          <a:latin typeface="微软雅黑" panose="020B0503020204020204" pitchFamily="34" charset="-122"/>
                          <a:ea typeface="微软雅黑" panose="020B0503020204020204" pitchFamily="34" charset="-122"/>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algn="ctr" fontAlgn="ctr"/>
                      <a:r>
                        <a:rPr lang="zh-CN" altLang="en-US" sz="1800" b="0" i="0" u="none" strike="noStrike" dirty="0">
                          <a:solidFill>
                            <a:srgbClr val="000000"/>
                          </a:solidFill>
                          <a:effectLst/>
                          <a:latin typeface="微软雅黑" panose="020B0503020204020204" pitchFamily="34" charset="-122"/>
                          <a:ea typeface="微软雅黑" panose="020B0503020204020204" pitchFamily="34" charset="-122"/>
                        </a:rPr>
                        <a:t>部门内</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algn="ctr" fontAlgn="ctr"/>
                      <a:r>
                        <a:rPr lang="zh-CN" altLang="en-US" sz="1800" b="0" i="0" u="none" strike="noStrike" dirty="0">
                          <a:solidFill>
                            <a:srgbClr val="000000"/>
                          </a:solidFill>
                          <a:effectLst/>
                          <a:latin typeface="微软雅黑" panose="020B0503020204020204" pitchFamily="34" charset="-122"/>
                          <a:ea typeface="微软雅黑" panose="020B0503020204020204" pitchFamily="34" charset="-122"/>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algn="ctr" fontAlgn="ctr"/>
                      <a:r>
                        <a:rPr lang="zh-CN" altLang="en-US" sz="1800" b="0" i="0" u="none" strike="noStrike" dirty="0">
                          <a:solidFill>
                            <a:srgbClr val="000000"/>
                          </a:solidFill>
                          <a:effectLst/>
                          <a:latin typeface="微软雅黑" panose="020B0503020204020204" pitchFamily="34" charset="-122"/>
                          <a:ea typeface="微软雅黑" panose="020B0503020204020204" pitchFamily="34" charset="-122"/>
                        </a:rPr>
                        <a:t>项目内</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algn="ctr" fontAlgn="ctr"/>
                      <a:r>
                        <a:rPr lang="zh-CN" altLang="en-US" sz="1800" b="0" i="0" u="none" strike="noStrike" dirty="0">
                          <a:solidFill>
                            <a:srgbClr val="000000"/>
                          </a:solidFill>
                          <a:effectLst/>
                          <a:latin typeface="微软雅黑" panose="020B0503020204020204" pitchFamily="34" charset="-122"/>
                          <a:ea typeface="微软雅黑" panose="020B0503020204020204" pitchFamily="34" charset="-122"/>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extLst>
                  <a:ext uri="{0D108BD9-81ED-4DB2-BD59-A6C34878D82A}">
                    <a16:rowId xmlns:a16="http://schemas.microsoft.com/office/drawing/2014/main" val="10001"/>
                  </a:ext>
                </a:extLst>
              </a:tr>
            </a:tbl>
          </a:graphicData>
        </a:graphic>
      </p:graphicFrame>
      <p:sp>
        <p:nvSpPr>
          <p:cNvPr id="7" name="文本框 6"/>
          <p:cNvSpPr txBox="1"/>
          <p:nvPr/>
        </p:nvSpPr>
        <p:spPr>
          <a:xfrm>
            <a:off x="175581" y="121614"/>
            <a:ext cx="11840836" cy="369332"/>
          </a:xfrm>
          <a:prstGeom prst="rect">
            <a:avLst/>
          </a:prstGeom>
          <a:noFill/>
        </p:spPr>
        <p:txBody>
          <a:bodyPr wrap="square">
            <a:spAutoFit/>
          </a:bodyPr>
          <a:lstStyle/>
          <a:p>
            <a:pPr algn="l" fontAlgn="ctr"/>
            <a:r>
              <a:rPr lang="en-US" altLang="zh-CN" sz="1800" b="1" i="0" u="none" strike="noStrike" dirty="0">
                <a:solidFill>
                  <a:srgbClr val="000000"/>
                </a:solidFill>
                <a:effectLst/>
                <a:latin typeface="微软雅黑" panose="020B0503020204020204" pitchFamily="34" charset="-122"/>
                <a:ea typeface="微软雅黑" panose="020B0503020204020204" pitchFamily="34" charset="-122"/>
              </a:rPr>
              <a:t>Lesson Learn</a:t>
            </a:r>
            <a:r>
              <a:rPr lang="zh-CN" altLang="en-US" sz="1800" b="1" i="0" u="none" strike="noStrike" dirty="0">
                <a:solidFill>
                  <a:srgbClr val="000000"/>
                </a:solidFill>
                <a:effectLst/>
                <a:latin typeface="微软雅黑" panose="020B0503020204020204" pitchFamily="34" charset="-122"/>
                <a:ea typeface="微软雅黑" panose="020B0503020204020204" pitchFamily="34" charset="-122"/>
              </a:rPr>
              <a:t>案例信息安全要求与权限分配</a:t>
            </a:r>
            <a:r>
              <a:rPr lang="zh-CN" altLang="en-US" sz="1800" b="1" i="0" u="none" strike="noStrike" dirty="0">
                <a:solidFill>
                  <a:srgbClr val="FF0000"/>
                </a:solidFill>
                <a:effectLst/>
                <a:latin typeface="楷体" panose="02010609060101010101" pitchFamily="49" charset="-122"/>
                <a:ea typeface="楷体" panose="02010609060101010101" pitchFamily="49" charset="-122"/>
              </a:rPr>
              <a:t>（按照文档实际情况对应选项打“√” ）</a:t>
            </a:r>
          </a:p>
        </p:txBody>
      </p:sp>
      <p:graphicFrame>
        <p:nvGraphicFramePr>
          <p:cNvPr id="8" name="表格 7"/>
          <p:cNvGraphicFramePr>
            <a:graphicFrameLocks noGrp="1"/>
          </p:cNvGraphicFramePr>
          <p:nvPr/>
        </p:nvGraphicFramePr>
        <p:xfrm>
          <a:off x="179526" y="1460570"/>
          <a:ext cx="11840836" cy="5301828"/>
        </p:xfrm>
        <a:graphic>
          <a:graphicData uri="http://schemas.openxmlformats.org/drawingml/2006/table">
            <a:tbl>
              <a:tblPr/>
              <a:tblGrid>
                <a:gridCol w="5883923">
                  <a:extLst>
                    <a:ext uri="{9D8B030D-6E8A-4147-A177-3AD203B41FA5}">
                      <a16:colId xmlns:a16="http://schemas.microsoft.com/office/drawing/2014/main" val="20000"/>
                    </a:ext>
                  </a:extLst>
                </a:gridCol>
                <a:gridCol w="5956913">
                  <a:extLst>
                    <a:ext uri="{9D8B030D-6E8A-4147-A177-3AD203B41FA5}">
                      <a16:colId xmlns:a16="http://schemas.microsoft.com/office/drawing/2014/main" val="20001"/>
                    </a:ext>
                  </a:extLst>
                </a:gridCol>
              </a:tblGrid>
              <a:tr h="219673">
                <a:tc gridSpan="2">
                  <a:txBody>
                    <a:bodyPr/>
                    <a:lstStyle/>
                    <a:p>
                      <a:pPr algn="ctr" fontAlgn="ctr"/>
                      <a:r>
                        <a:rPr lang="zh-CN" altLang="en-US" sz="1400" b="1" i="0" u="none" strike="noStrike" dirty="0">
                          <a:solidFill>
                            <a:srgbClr val="000000"/>
                          </a:solidFill>
                          <a:effectLst/>
                          <a:latin typeface="微软雅黑" panose="020B0503020204020204" pitchFamily="34" charset="-122"/>
                          <a:ea typeface="微软雅黑" panose="020B0503020204020204" pitchFamily="34" charset="-122"/>
                        </a:rPr>
                        <a:t>知识库</a:t>
                      </a:r>
                      <a:r>
                        <a:rPr lang="en-US" altLang="zh-CN" sz="1400" b="1" i="0" u="none" strike="noStrike" dirty="0">
                          <a:solidFill>
                            <a:srgbClr val="000000"/>
                          </a:solidFill>
                          <a:effectLst/>
                          <a:latin typeface="微软雅黑" panose="020B0503020204020204" pitchFamily="34" charset="-122"/>
                          <a:ea typeface="微软雅黑" panose="020B0503020204020204" pitchFamily="34" charset="-122"/>
                        </a:rPr>
                        <a:t>KM</a:t>
                      </a:r>
                      <a:r>
                        <a:rPr lang="zh-CN" altLang="en-US" sz="1400" b="1" i="0" u="none" strike="noStrike" dirty="0">
                          <a:solidFill>
                            <a:srgbClr val="000000"/>
                          </a:solidFill>
                          <a:effectLst/>
                          <a:latin typeface="微软雅黑" panose="020B0503020204020204" pitchFamily="34" charset="-122"/>
                          <a:ea typeface="微软雅黑" panose="020B0503020204020204" pitchFamily="34" charset="-122"/>
                        </a:rPr>
                        <a:t>的信息安全规范及要求</a:t>
                      </a:r>
                    </a:p>
                  </a:txBody>
                  <a:tcPr marL="6055" marR="6055" marT="60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zh-CN"/>
                    </a:p>
                  </a:txBody>
                  <a:tcPr/>
                </a:tc>
                <a:extLst>
                  <a:ext uri="{0D108BD9-81ED-4DB2-BD59-A6C34878D82A}">
                    <a16:rowId xmlns:a16="http://schemas.microsoft.com/office/drawing/2014/main" val="10000"/>
                  </a:ext>
                </a:extLst>
              </a:tr>
              <a:tr h="219673">
                <a:tc>
                  <a:txBody>
                    <a:bodyPr/>
                    <a:lstStyle/>
                    <a:p>
                      <a:pPr algn="ctr" fontAlgn="ctr"/>
                      <a:r>
                        <a:rPr lang="zh-CN" altLang="en-US" sz="1400" b="1" i="0" u="none" strike="noStrike" dirty="0">
                          <a:solidFill>
                            <a:srgbClr val="000000"/>
                          </a:solidFill>
                          <a:effectLst/>
                          <a:latin typeface="微软雅黑" panose="020B0503020204020204" pitchFamily="34" charset="-122"/>
                          <a:ea typeface="微软雅黑" panose="020B0503020204020204" pitchFamily="34" charset="-122"/>
                        </a:rPr>
                        <a:t>内容</a:t>
                      </a:r>
                    </a:p>
                  </a:txBody>
                  <a:tcPr marL="6055" marR="6055" marT="60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1" i="0" u="none" strike="noStrike" dirty="0">
                          <a:solidFill>
                            <a:srgbClr val="000000"/>
                          </a:solidFill>
                          <a:effectLst/>
                          <a:latin typeface="微软雅黑" panose="020B0503020204020204" pitchFamily="34" charset="-122"/>
                          <a:ea typeface="微软雅黑" panose="020B0503020204020204" pitchFamily="34" charset="-122"/>
                        </a:rPr>
                        <a:t>备注</a:t>
                      </a:r>
                      <a:r>
                        <a:rPr lang="en-US" altLang="zh-CN" sz="1200" b="1"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1200" b="1" i="0" u="none" strike="noStrike" dirty="0">
                          <a:solidFill>
                            <a:srgbClr val="000000"/>
                          </a:solidFill>
                          <a:effectLst/>
                          <a:latin typeface="微软雅黑" panose="020B0503020204020204" pitchFamily="34" charset="-122"/>
                          <a:ea typeface="微软雅黑" panose="020B0503020204020204" pitchFamily="34" charset="-122"/>
                        </a:rPr>
                        <a:t>说明</a:t>
                      </a:r>
                      <a:r>
                        <a:rPr lang="en-US" altLang="zh-CN" sz="1200" b="1"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1200" b="1" i="0" u="none" strike="noStrike" dirty="0">
                          <a:solidFill>
                            <a:srgbClr val="000000"/>
                          </a:solidFill>
                          <a:effectLst/>
                          <a:latin typeface="微软雅黑" panose="020B0503020204020204" pitchFamily="34" charset="-122"/>
                          <a:ea typeface="微软雅黑" panose="020B0503020204020204" pitchFamily="34" charset="-122"/>
                        </a:rPr>
                        <a:t>答疑</a:t>
                      </a:r>
                    </a:p>
                  </a:txBody>
                  <a:tcPr marL="6055" marR="6055" marT="60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287721">
                <a:tc>
                  <a:txBody>
                    <a:bodyPr/>
                    <a:lstStyle/>
                    <a:p>
                      <a:pPr algn="l" fontAlgn="ctr"/>
                      <a:r>
                        <a:rPr lang="en-US" altLang="zh-CN" sz="1380" b="1" i="0" u="none" strike="noStrike" dirty="0">
                          <a:solidFill>
                            <a:srgbClr val="000000"/>
                          </a:solidFill>
                          <a:effectLst/>
                          <a:latin typeface="微软雅黑" panose="020B0503020204020204" pitchFamily="34" charset="-122"/>
                          <a:ea typeface="微软雅黑" panose="020B0503020204020204" pitchFamily="34" charset="-122"/>
                        </a:rPr>
                        <a:t>1</a:t>
                      </a:r>
                      <a:r>
                        <a:rPr lang="zh-CN" altLang="en-US" sz="1380" b="1" i="0" u="none" strike="noStrike" dirty="0">
                          <a:solidFill>
                            <a:srgbClr val="000000"/>
                          </a:solidFill>
                          <a:effectLst/>
                          <a:latin typeface="微软雅黑" panose="020B0503020204020204" pitchFamily="34" charset="-122"/>
                          <a:ea typeface="微软雅黑" panose="020B0503020204020204" pitchFamily="34" charset="-122"/>
                        </a:rPr>
                        <a:t>、知识文档</a:t>
                      </a:r>
                      <a:r>
                        <a:rPr lang="en-US" altLang="zh-CN" sz="1380" b="1" i="0" u="none" strike="noStrike" dirty="0">
                          <a:solidFill>
                            <a:srgbClr val="000000"/>
                          </a:solidFill>
                          <a:effectLst/>
                          <a:latin typeface="微软雅黑" panose="020B0503020204020204" pitchFamily="34" charset="-122"/>
                          <a:ea typeface="微软雅黑" panose="020B0503020204020204" pitchFamily="34" charset="-122"/>
                        </a:rPr>
                        <a:t>Owner</a:t>
                      </a:r>
                      <a:r>
                        <a:rPr lang="zh-CN" altLang="en-US" sz="1380" b="1" i="0" u="none" strike="noStrike" dirty="0">
                          <a:solidFill>
                            <a:srgbClr val="000000"/>
                          </a:solidFill>
                          <a:effectLst/>
                          <a:latin typeface="微软雅黑" panose="020B0503020204020204" pitchFamily="34" charset="-122"/>
                          <a:ea typeface="微软雅黑" panose="020B0503020204020204" pitchFamily="34" charset="-122"/>
                        </a:rPr>
                        <a:t>需要对其进行文件密级（绝密、机密、秘密、内部公开、外部公开）定级并给出使用范围（项目、部门、领域、</a:t>
                      </a:r>
                      <a:r>
                        <a:rPr lang="en-US" altLang="zh-CN" sz="1380" b="1" i="0" u="none" strike="noStrike" dirty="0">
                          <a:solidFill>
                            <a:srgbClr val="000000"/>
                          </a:solidFill>
                          <a:effectLst/>
                          <a:latin typeface="微软雅黑" panose="020B0503020204020204" pitchFamily="34" charset="-122"/>
                          <a:ea typeface="微软雅黑" panose="020B0503020204020204" pitchFamily="34" charset="-122"/>
                        </a:rPr>
                        <a:t>BU</a:t>
                      </a:r>
                      <a:r>
                        <a:rPr lang="zh-CN" altLang="en-US" sz="1380" b="1" i="0" u="none" strike="noStrike" dirty="0">
                          <a:solidFill>
                            <a:srgbClr val="000000"/>
                          </a:solidFill>
                          <a:effectLst/>
                          <a:latin typeface="微软雅黑" panose="020B0503020204020204" pitchFamily="34" charset="-122"/>
                          <a:ea typeface="微软雅黑" panose="020B0503020204020204" pitchFamily="34" charset="-122"/>
                        </a:rPr>
                        <a:t>、全员）；</a:t>
                      </a:r>
                    </a:p>
                  </a:txBody>
                  <a:tcPr marL="6055" marR="6055" marT="60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l" fontAlgn="ctr"/>
                      <a:r>
                        <a:rPr lang="en-US" sz="1200" b="0" i="0" u="none" strike="noStrike" dirty="0">
                          <a:solidFill>
                            <a:srgbClr val="0000FF"/>
                          </a:solidFill>
                          <a:effectLst/>
                          <a:latin typeface="微软雅黑" panose="020B0503020204020204" pitchFamily="34" charset="-122"/>
                          <a:ea typeface="微软雅黑" panose="020B0503020204020204" pitchFamily="34" charset="-122"/>
                        </a:rPr>
                        <a:t>a.</a:t>
                      </a:r>
                      <a:r>
                        <a:rPr lang="zh-CN" altLang="en-US" sz="1200" b="0" i="0" u="none" strike="noStrike" dirty="0">
                          <a:solidFill>
                            <a:srgbClr val="0000FF"/>
                          </a:solidFill>
                          <a:effectLst/>
                          <a:latin typeface="微软雅黑" panose="020B0503020204020204" pitchFamily="34" charset="-122"/>
                          <a:ea typeface="微软雅黑" panose="020B0503020204020204" pitchFamily="34" charset="-122"/>
                        </a:rPr>
                        <a:t>文件密级如何认定（绝密、机密、秘密、内部公开、外部公开），认定标准有哪些？</a:t>
                      </a:r>
                      <a:endParaRPr lang="en-US" altLang="zh-CN" sz="1200" b="0" i="0" u="none" strike="noStrike" dirty="0">
                        <a:solidFill>
                          <a:srgbClr val="0000FF"/>
                        </a:solidFill>
                        <a:effectLst/>
                        <a:latin typeface="微软雅黑" panose="020B0503020204020204" pitchFamily="34" charset="-122"/>
                        <a:ea typeface="微软雅黑" panose="020B0503020204020204" pitchFamily="34" charset="-122"/>
                      </a:endParaRPr>
                    </a:p>
                    <a:p>
                      <a:pPr algn="l" fontAlgn="ctr"/>
                      <a:r>
                        <a:rPr lang="zh-CN" altLang="en-US" sz="1200" b="1" i="0" u="none" strike="noStrike" dirty="0">
                          <a:solidFill>
                            <a:srgbClr val="000000"/>
                          </a:solidFill>
                          <a:effectLst/>
                          <a:latin typeface="微软雅黑" panose="020B0503020204020204" pitchFamily="34" charset="-122"/>
                          <a:ea typeface="微软雅黑" panose="020B0503020204020204" pitchFamily="34" charset="-122"/>
                        </a:rPr>
                        <a:t>信安：</a:t>
                      </a: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rPr>
                        <a:t>有对应体系文件规范</a:t>
                      </a:r>
                      <a:r>
                        <a:rPr lang="en-US" altLang="zh-CN" sz="1200" b="0" i="0" u="none" strike="noStrike" dirty="0">
                          <a:solidFill>
                            <a:schemeClr val="tx1"/>
                          </a:solidFill>
                          <a:effectLst/>
                          <a:latin typeface="微软雅黑" panose="020B0503020204020204" pitchFamily="34" charset="-122"/>
                          <a:ea typeface="微软雅黑" panose="020B0503020204020204" pitchFamily="34" charset="-122"/>
                        </a:rPr>
                        <a:t>《</a:t>
                      </a:r>
                      <a:r>
                        <a:rPr lang="zh-CN" altLang="en-US" sz="1200" b="1" i="0" u="none" strike="noStrike" dirty="0">
                          <a:solidFill>
                            <a:schemeClr val="tx1"/>
                          </a:solidFill>
                          <a:effectLst/>
                          <a:latin typeface="微软雅黑" panose="020B0503020204020204" pitchFamily="34" charset="-122"/>
                          <a:ea typeface="微软雅黑" panose="020B0503020204020204" pitchFamily="34" charset="-122"/>
                        </a:rPr>
                        <a:t>保密信息等级分类及授权管理办法</a:t>
                      </a:r>
                      <a:r>
                        <a:rPr lang="en-US" altLang="zh-CN" sz="1200" b="0" i="0" u="none" strike="noStrike" dirty="0">
                          <a:solidFill>
                            <a:srgbClr val="000000"/>
                          </a:solidFill>
                          <a:effectLst/>
                          <a:latin typeface="微软雅黑" panose="020B0503020204020204" pitchFamily="34" charset="-122"/>
                          <a:ea typeface="微软雅黑" panose="020B0503020204020204" pitchFamily="34" charset="-122"/>
                        </a:rPr>
                        <a:t>》</a:t>
                      </a:r>
                      <a:r>
                        <a:rPr lang="en-US" sz="1200" b="0" i="0" u="sng" strike="noStrike" dirty="0">
                          <a:solidFill>
                            <a:srgbClr val="C00000"/>
                          </a:solidFill>
                          <a:effectLst/>
                          <a:latin typeface="微软雅黑" panose="020B0503020204020204" pitchFamily="34" charset="-122"/>
                          <a:ea typeface="微软雅黑" panose="020B0503020204020204" pitchFamily="34" charset="-122"/>
                        </a:rPr>
                        <a:t>https://epros.longcheer.com:8080/static-web/#/view?p=1&amp;app=false&amp;t=fileContent&amp;f=search&amp;h=0&amp;id=5659</a:t>
                      </a:r>
                      <a:br>
                        <a:rPr lang="en-US" sz="1200" b="0" i="0" u="none" strike="noStrike" dirty="0">
                          <a:solidFill>
                            <a:srgbClr val="0000FF"/>
                          </a:solidFill>
                          <a:effectLst/>
                          <a:latin typeface="微软雅黑" panose="020B0503020204020204" pitchFamily="34" charset="-122"/>
                          <a:ea typeface="微软雅黑" panose="020B0503020204020204" pitchFamily="34" charset="-122"/>
                        </a:rPr>
                      </a:br>
                      <a:r>
                        <a:rPr lang="en-US" sz="1200" b="0" i="0" u="none" strike="noStrike" dirty="0">
                          <a:solidFill>
                            <a:srgbClr val="0000FF"/>
                          </a:solidFill>
                          <a:effectLst/>
                          <a:latin typeface="微软雅黑" panose="020B0503020204020204" pitchFamily="34" charset="-122"/>
                          <a:ea typeface="微软雅黑" panose="020B0503020204020204" pitchFamily="34" charset="-122"/>
                        </a:rPr>
                        <a:t>b.</a:t>
                      </a:r>
                      <a:r>
                        <a:rPr lang="zh-CN" altLang="en-US" sz="1200" b="0" i="0" u="none" strike="noStrike" dirty="0">
                          <a:solidFill>
                            <a:srgbClr val="0000FF"/>
                          </a:solidFill>
                          <a:effectLst/>
                          <a:latin typeface="微软雅黑" panose="020B0503020204020204" pitchFamily="34" charset="-122"/>
                          <a:ea typeface="微软雅黑" panose="020B0503020204020204" pitchFamily="34" charset="-122"/>
                        </a:rPr>
                        <a:t>知识文档</a:t>
                      </a:r>
                      <a:r>
                        <a:rPr lang="en-US" sz="1200" b="0" i="0" u="none" strike="noStrike" dirty="0">
                          <a:solidFill>
                            <a:srgbClr val="0000FF"/>
                          </a:solidFill>
                          <a:effectLst/>
                          <a:latin typeface="微软雅黑" panose="020B0503020204020204" pitchFamily="34" charset="-122"/>
                          <a:ea typeface="微软雅黑" panose="020B0503020204020204" pitchFamily="34" charset="-122"/>
                        </a:rPr>
                        <a:t>Owner，</a:t>
                      </a:r>
                      <a:r>
                        <a:rPr lang="zh-CN" altLang="en-US" sz="1200" b="0" i="0" u="none" strike="noStrike" dirty="0">
                          <a:solidFill>
                            <a:srgbClr val="0000FF"/>
                          </a:solidFill>
                          <a:effectLst/>
                          <a:latin typeface="微软雅黑" panose="020B0503020204020204" pitchFamily="34" charset="-122"/>
                          <a:ea typeface="微软雅黑" panose="020B0503020204020204" pitchFamily="34" charset="-122"/>
                        </a:rPr>
                        <a:t>包含哪些人？</a:t>
                      </a:r>
                      <a:br>
                        <a:rPr lang="zh-CN" altLang="en-US" sz="1200" b="0" i="0" u="none" strike="noStrike" dirty="0">
                          <a:solidFill>
                            <a:srgbClr val="0000FF"/>
                          </a:solidFill>
                          <a:effectLst/>
                          <a:latin typeface="微软雅黑" panose="020B0503020204020204" pitchFamily="34" charset="-122"/>
                          <a:ea typeface="微软雅黑" panose="020B0503020204020204" pitchFamily="34" charset="-122"/>
                        </a:rPr>
                      </a:br>
                      <a:r>
                        <a:rPr lang="zh-CN" altLang="en-US" sz="1200" b="1" i="0" u="none" strike="noStrike" dirty="0">
                          <a:solidFill>
                            <a:srgbClr val="000000"/>
                          </a:solidFill>
                          <a:effectLst/>
                          <a:latin typeface="微软雅黑" panose="020B0503020204020204" pitchFamily="34" charset="-122"/>
                          <a:ea typeface="微软雅黑" panose="020B0503020204020204" pitchFamily="34" charset="-122"/>
                        </a:rPr>
                        <a:t>信安：</a:t>
                      </a: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rPr>
                        <a:t>一般指文档作者本人，建议由文档作者进行脱敏，有文档作者直属领导进行审查并确定分享范围权限</a:t>
                      </a:r>
                      <a:endParaRPr lang="zh-CN" altLang="en-US" sz="1200" b="0" i="0" u="none" strike="noStrike" dirty="0">
                        <a:solidFill>
                          <a:srgbClr val="0000FF"/>
                        </a:solidFill>
                        <a:effectLst/>
                        <a:latin typeface="微软雅黑" panose="020B0503020204020204" pitchFamily="34" charset="-122"/>
                        <a:ea typeface="微软雅黑" panose="020B0503020204020204" pitchFamily="34" charset="-122"/>
                      </a:endParaRPr>
                    </a:p>
                  </a:txBody>
                  <a:tcPr marL="6055" marR="6055" marT="60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894443">
                <a:tc>
                  <a:txBody>
                    <a:bodyPr/>
                    <a:lstStyle/>
                    <a:p>
                      <a:pPr algn="l" fontAlgn="ctr"/>
                      <a:r>
                        <a:rPr lang="en-US" altLang="zh-CN" sz="1380" b="1" i="0" u="none" strike="noStrike" dirty="0">
                          <a:solidFill>
                            <a:srgbClr val="000000"/>
                          </a:solidFill>
                          <a:effectLst/>
                          <a:latin typeface="微软雅黑" panose="020B0503020204020204" pitchFamily="34" charset="-122"/>
                          <a:ea typeface="微软雅黑" panose="020B0503020204020204" pitchFamily="34" charset="-122"/>
                        </a:rPr>
                        <a:t>2</a:t>
                      </a:r>
                      <a:r>
                        <a:rPr lang="zh-CN" altLang="en-US" sz="1380" b="1" i="0" u="none" strike="noStrike" dirty="0">
                          <a:solidFill>
                            <a:srgbClr val="000000"/>
                          </a:solidFill>
                          <a:effectLst/>
                          <a:latin typeface="微软雅黑" panose="020B0503020204020204" pitchFamily="34" charset="-122"/>
                          <a:ea typeface="微软雅黑" panose="020B0503020204020204" pitchFamily="34" charset="-122"/>
                        </a:rPr>
                        <a:t>、知识库</a:t>
                      </a:r>
                      <a:r>
                        <a:rPr lang="en-US" altLang="zh-CN" sz="1380" b="1" i="0" u="none" strike="noStrike" dirty="0">
                          <a:solidFill>
                            <a:srgbClr val="000000"/>
                          </a:solidFill>
                          <a:effectLst/>
                          <a:latin typeface="微软雅黑" panose="020B0503020204020204" pitchFamily="34" charset="-122"/>
                          <a:ea typeface="微软雅黑" panose="020B0503020204020204" pitchFamily="34" charset="-122"/>
                        </a:rPr>
                        <a:t>KM</a:t>
                      </a:r>
                      <a:r>
                        <a:rPr lang="zh-CN" altLang="en-US" sz="1380" b="1" i="0" u="none" strike="noStrike" dirty="0">
                          <a:solidFill>
                            <a:srgbClr val="000000"/>
                          </a:solidFill>
                          <a:effectLst/>
                          <a:latin typeface="微软雅黑" panose="020B0503020204020204" pitchFamily="34" charset="-122"/>
                          <a:ea typeface="微软雅黑" panose="020B0503020204020204" pitchFamily="34" charset="-122"/>
                        </a:rPr>
                        <a:t>不应存放绝密、机密、秘密级内容；内部公开、外部公开可适用全员访问；公司鼓励全员对可公开的知识文档上传知识库分享，跨领域全员分享需由领域</a:t>
                      </a:r>
                      <a:r>
                        <a:rPr lang="en-US" altLang="zh-CN" sz="1380" b="1" i="0" u="none" strike="noStrike" dirty="0">
                          <a:solidFill>
                            <a:srgbClr val="000000"/>
                          </a:solidFill>
                          <a:effectLst/>
                          <a:latin typeface="微软雅黑" panose="020B0503020204020204" pitchFamily="34" charset="-122"/>
                          <a:ea typeface="微软雅黑" panose="020B0503020204020204" pitchFamily="34" charset="-122"/>
                        </a:rPr>
                        <a:t>KMO/KMC</a:t>
                      </a:r>
                      <a:r>
                        <a:rPr lang="zh-CN" altLang="en-US" sz="1380" b="1" i="0" u="none" strike="noStrike" dirty="0">
                          <a:solidFill>
                            <a:srgbClr val="000000"/>
                          </a:solidFill>
                          <a:effectLst/>
                          <a:latin typeface="微软雅黑" panose="020B0503020204020204" pitchFamily="34" charset="-122"/>
                          <a:ea typeface="微软雅黑" panose="020B0503020204020204" pitchFamily="34" charset="-122"/>
                        </a:rPr>
                        <a:t>评估后决策；</a:t>
                      </a:r>
                    </a:p>
                  </a:txBody>
                  <a:tcPr marL="6055" marR="6055" marT="60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l" fontAlgn="ctr"/>
                      <a:r>
                        <a:rPr lang="en-US" altLang="zh-CN" sz="1200" b="0" i="0" u="none" strike="noStrike" dirty="0">
                          <a:solidFill>
                            <a:srgbClr val="0000FF"/>
                          </a:solidFill>
                          <a:effectLst/>
                          <a:latin typeface="微软雅黑" panose="020B0503020204020204" pitchFamily="34" charset="-122"/>
                          <a:ea typeface="微软雅黑" panose="020B0503020204020204" pitchFamily="34" charset="-122"/>
                        </a:rPr>
                        <a:t>a.</a:t>
                      </a:r>
                      <a:r>
                        <a:rPr lang="zh-CN" altLang="en-US" sz="1200" b="0" i="0" u="none" strike="noStrike" dirty="0">
                          <a:solidFill>
                            <a:srgbClr val="0000FF"/>
                          </a:solidFill>
                          <a:effectLst/>
                          <a:latin typeface="微软雅黑" panose="020B0503020204020204" pitchFamily="34" charset="-122"/>
                          <a:ea typeface="微软雅黑" panose="020B0503020204020204" pitchFamily="34" charset="-122"/>
                        </a:rPr>
                        <a:t>知识库平台分享属性强烈，要上传密级内容？</a:t>
                      </a:r>
                      <a:br>
                        <a:rPr lang="zh-CN" altLang="en-US" sz="1200" b="0" i="0" u="none" strike="noStrike" dirty="0">
                          <a:solidFill>
                            <a:srgbClr val="0000FF"/>
                          </a:solidFill>
                          <a:effectLst/>
                          <a:latin typeface="微软雅黑" panose="020B0503020204020204" pitchFamily="34" charset="-122"/>
                          <a:ea typeface="微软雅黑" panose="020B0503020204020204" pitchFamily="34" charset="-122"/>
                        </a:rPr>
                      </a:b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rPr>
                        <a:t>信安：不上传密级以上内容，风险更小。知识也是公司的经验成果，建议依然还是要控制分享范围，勿随意做全员分享，需做一定的保护，确定无关的部门或岗位建议不要对其分享（譬如研发的知识分享给行政），避免内部经验知识被外部轻易复制获取。</a:t>
                      </a:r>
                      <a:endParaRPr lang="en-US" altLang="zh-CN" sz="1200" b="0" i="0" u="none" strike="noStrike" dirty="0">
                        <a:solidFill>
                          <a:srgbClr val="000000"/>
                        </a:solidFill>
                        <a:effectLst/>
                        <a:latin typeface="微软雅黑" panose="020B0503020204020204" pitchFamily="34" charset="-122"/>
                        <a:ea typeface="微软雅黑" panose="020B0503020204020204" pitchFamily="34" charset="-122"/>
                      </a:endParaRPr>
                    </a:p>
                    <a:p>
                      <a:pPr marL="0" marR="0" lvl="0" indent="0" algn="l" defTabSz="914400" rtl="0" eaLnBrk="1" fontAlgn="ctr" latinLnBrk="0" hangingPunct="1">
                        <a:lnSpc>
                          <a:spcPct val="100000"/>
                        </a:lnSpc>
                        <a:spcBef>
                          <a:spcPts val="0"/>
                        </a:spcBef>
                        <a:spcAft>
                          <a:spcPts val="0"/>
                        </a:spcAft>
                        <a:buClrTx/>
                        <a:buSzTx/>
                        <a:buFontTx/>
                        <a:buNone/>
                        <a:defRPr/>
                      </a:pPr>
                      <a:r>
                        <a:rPr lang="en-US" altLang="zh-CN" sz="1200" b="0" i="0" u="none" strike="noStrike" dirty="0">
                          <a:solidFill>
                            <a:srgbClr val="3333FF"/>
                          </a:solidFill>
                          <a:effectLst/>
                          <a:latin typeface="微软雅黑" panose="020B0503020204020204" pitchFamily="34" charset="-122"/>
                          <a:ea typeface="微软雅黑" panose="020B0503020204020204" pitchFamily="34" charset="-122"/>
                        </a:rPr>
                        <a:t>b.</a:t>
                      </a:r>
                      <a:r>
                        <a:rPr lang="zh-CN" altLang="en-US" sz="1200" b="0" i="0" u="none" strike="noStrike" dirty="0">
                          <a:solidFill>
                            <a:srgbClr val="3333FF"/>
                          </a:solidFill>
                          <a:effectLst/>
                          <a:latin typeface="微软雅黑" panose="020B0503020204020204" pitchFamily="34" charset="-122"/>
                          <a:ea typeface="微软雅黑" panose="020B0503020204020204" pitchFamily="34" charset="-122"/>
                        </a:rPr>
                        <a:t>内部公开指领域内部公开，外部公开指公司全员公开。</a:t>
                      </a:r>
                    </a:p>
                  </a:txBody>
                  <a:tcPr marL="6055" marR="6055" marT="60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433281">
                <a:tc>
                  <a:txBody>
                    <a:bodyPr/>
                    <a:lstStyle/>
                    <a:p>
                      <a:pPr algn="l" fontAlgn="ctr"/>
                      <a:r>
                        <a:rPr lang="en-US" altLang="zh-CN" sz="1380" b="1" i="0" u="none" strike="noStrike" dirty="0">
                          <a:solidFill>
                            <a:srgbClr val="000000"/>
                          </a:solidFill>
                          <a:effectLst/>
                          <a:latin typeface="微软雅黑" panose="020B0503020204020204" pitchFamily="34" charset="-122"/>
                          <a:ea typeface="微软雅黑" panose="020B0503020204020204" pitchFamily="34" charset="-122"/>
                        </a:rPr>
                        <a:t>3</a:t>
                      </a:r>
                      <a:r>
                        <a:rPr lang="zh-CN" altLang="en-US" sz="1380" b="1" i="0" u="none" strike="noStrike" dirty="0">
                          <a:solidFill>
                            <a:srgbClr val="000000"/>
                          </a:solidFill>
                          <a:effectLst/>
                          <a:latin typeface="微软雅黑" panose="020B0503020204020204" pitchFamily="34" charset="-122"/>
                          <a:ea typeface="微软雅黑" panose="020B0503020204020204" pitchFamily="34" charset="-122"/>
                        </a:rPr>
                        <a:t>、领域管理</a:t>
                      </a:r>
                      <a:r>
                        <a:rPr lang="en-US" altLang="zh-CN" sz="1380" b="1" i="0" u="none" strike="noStrike" dirty="0">
                          <a:solidFill>
                            <a:srgbClr val="000000"/>
                          </a:solidFill>
                          <a:effectLst/>
                          <a:latin typeface="微软雅黑" panose="020B0503020204020204" pitchFamily="34" charset="-122"/>
                          <a:ea typeface="微软雅黑" panose="020B0503020204020204" pitchFamily="34" charset="-122"/>
                        </a:rPr>
                        <a:t>Owner</a:t>
                      </a:r>
                      <a:r>
                        <a:rPr lang="zh-CN" altLang="en-US" sz="1380" b="1" i="0" u="none" strike="noStrike" dirty="0">
                          <a:solidFill>
                            <a:srgbClr val="000000"/>
                          </a:solidFill>
                          <a:effectLst/>
                          <a:latin typeface="微软雅黑" panose="020B0503020204020204" pitchFamily="34" charset="-122"/>
                          <a:ea typeface="微软雅黑" panose="020B0503020204020204" pitchFamily="34" charset="-122"/>
                        </a:rPr>
                        <a:t>需对本领域知识进行分类、分级，对不同的人员设置上传、下载、预览等不同的权限，遵循最小授权要求，默认只有预览权限；</a:t>
                      </a:r>
                    </a:p>
                  </a:txBody>
                  <a:tcPr marL="6055" marR="6055" marT="60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l" fontAlgn="ctr"/>
                      <a:r>
                        <a:rPr lang="en-US" altLang="zh-CN" sz="1200" b="0" i="0" u="none" strike="noStrike" dirty="0">
                          <a:solidFill>
                            <a:srgbClr val="0000FF"/>
                          </a:solidFill>
                          <a:effectLst/>
                          <a:latin typeface="微软雅黑" panose="020B0503020204020204" pitchFamily="34" charset="-122"/>
                          <a:ea typeface="微软雅黑" panose="020B0503020204020204" pitchFamily="34" charset="-122"/>
                        </a:rPr>
                        <a:t>a.</a:t>
                      </a:r>
                      <a:r>
                        <a:rPr lang="zh-CN" altLang="en-US" sz="1200" b="0" i="0" u="none" strike="noStrike" dirty="0">
                          <a:solidFill>
                            <a:srgbClr val="0000FF"/>
                          </a:solidFill>
                          <a:effectLst/>
                          <a:latin typeface="微软雅黑" panose="020B0503020204020204" pitchFamily="34" charset="-122"/>
                          <a:ea typeface="微软雅黑" panose="020B0503020204020204" pitchFamily="34" charset="-122"/>
                        </a:rPr>
                        <a:t>领域管理</a:t>
                      </a:r>
                      <a:r>
                        <a:rPr lang="en-US" altLang="zh-CN" sz="1200" b="0" i="0" u="none" strike="noStrike" dirty="0">
                          <a:solidFill>
                            <a:srgbClr val="0000FF"/>
                          </a:solidFill>
                          <a:effectLst/>
                          <a:latin typeface="微软雅黑" panose="020B0503020204020204" pitchFamily="34" charset="-122"/>
                          <a:ea typeface="微软雅黑" panose="020B0503020204020204" pitchFamily="34" charset="-122"/>
                        </a:rPr>
                        <a:t>Owner</a:t>
                      </a:r>
                      <a:r>
                        <a:rPr lang="zh-CN" altLang="en-US" sz="1200" b="0" i="0" u="none" strike="noStrike" dirty="0">
                          <a:solidFill>
                            <a:srgbClr val="0000FF"/>
                          </a:solidFill>
                          <a:effectLst/>
                          <a:latin typeface="微软雅黑" panose="020B0503020204020204" pitchFamily="34" charset="-122"/>
                          <a:ea typeface="微软雅黑" panose="020B0503020204020204" pitchFamily="34" charset="-122"/>
                        </a:rPr>
                        <a:t>？</a:t>
                      </a:r>
                      <a:br>
                        <a:rPr lang="zh-CN" altLang="en-US" sz="1200" b="0" i="0" u="none" strike="noStrike" dirty="0">
                          <a:solidFill>
                            <a:srgbClr val="0000FF"/>
                          </a:solidFill>
                          <a:effectLst/>
                          <a:latin typeface="微软雅黑" panose="020B0503020204020204" pitchFamily="34" charset="-122"/>
                          <a:ea typeface="微软雅黑" panose="020B0503020204020204" pitchFamily="34" charset="-122"/>
                        </a:rPr>
                      </a:br>
                      <a:r>
                        <a:rPr lang="en-US" altLang="zh-CN" sz="1200" b="1" i="0" u="none" strike="noStrike" dirty="0">
                          <a:solidFill>
                            <a:schemeClr val="tx1"/>
                          </a:solidFill>
                          <a:effectLst/>
                          <a:latin typeface="微软雅黑" panose="020B0503020204020204" pitchFamily="34" charset="-122"/>
                          <a:ea typeface="微软雅黑" panose="020B0503020204020204" pitchFamily="34" charset="-122"/>
                        </a:rPr>
                        <a:t>KM</a:t>
                      </a:r>
                      <a:r>
                        <a:rPr lang="zh-CN" altLang="en-US" sz="1200" b="1" i="0" u="none" strike="noStrike" dirty="0">
                          <a:solidFill>
                            <a:schemeClr val="tx1"/>
                          </a:solidFill>
                          <a:effectLst/>
                          <a:latin typeface="微软雅黑" panose="020B0503020204020204" pitchFamily="34" charset="-122"/>
                          <a:ea typeface="微软雅黑" panose="020B0503020204020204" pitchFamily="34" charset="-122"/>
                        </a:rPr>
                        <a:t>：</a:t>
                      </a:r>
                      <a:r>
                        <a:rPr lang="zh-CN" altLang="en-US" sz="1200" b="0" i="0" u="none" strike="noStrike" dirty="0">
                          <a:solidFill>
                            <a:schemeClr val="tx1"/>
                          </a:solidFill>
                          <a:effectLst/>
                          <a:latin typeface="微软雅黑" panose="020B0503020204020204" pitchFamily="34" charset="-122"/>
                          <a:ea typeface="微软雅黑" panose="020B0503020204020204" pitchFamily="34" charset="-122"/>
                        </a:rPr>
                        <a:t>知识库领域内拥有“管理”权限的知识管理员或部门知识接口人</a:t>
                      </a:r>
                    </a:p>
                  </a:txBody>
                  <a:tcPr marL="6055" marR="6055" marT="60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921533">
                <a:tc>
                  <a:txBody>
                    <a:bodyPr/>
                    <a:lstStyle/>
                    <a:p>
                      <a:pPr algn="l" fontAlgn="ctr"/>
                      <a:r>
                        <a:rPr lang="en-US" altLang="zh-CN" sz="1380" b="1" i="0" u="none" strike="noStrike" dirty="0">
                          <a:solidFill>
                            <a:srgbClr val="000000"/>
                          </a:solidFill>
                          <a:effectLst/>
                          <a:latin typeface="微软雅黑" panose="020B0503020204020204" pitchFamily="34" charset="-122"/>
                          <a:ea typeface="微软雅黑" panose="020B0503020204020204" pitchFamily="34" charset="-122"/>
                        </a:rPr>
                        <a:t>4</a:t>
                      </a:r>
                      <a:r>
                        <a:rPr lang="zh-CN" altLang="en-US" sz="1380" b="1" i="0" u="none" strike="noStrike" dirty="0">
                          <a:solidFill>
                            <a:srgbClr val="000000"/>
                          </a:solidFill>
                          <a:effectLst/>
                          <a:latin typeface="微软雅黑" panose="020B0503020204020204" pitchFamily="34" charset="-122"/>
                          <a:ea typeface="微软雅黑" panose="020B0503020204020204" pitchFamily="34" charset="-122"/>
                        </a:rPr>
                        <a:t>、知识文档</a:t>
                      </a:r>
                      <a:r>
                        <a:rPr lang="en-US" altLang="zh-CN" sz="1380" b="1" i="0" u="none" strike="noStrike" dirty="0">
                          <a:solidFill>
                            <a:srgbClr val="000000"/>
                          </a:solidFill>
                          <a:effectLst/>
                          <a:latin typeface="微软雅黑" panose="020B0503020204020204" pitchFamily="34" charset="-122"/>
                          <a:ea typeface="微软雅黑" panose="020B0503020204020204" pitchFamily="34" charset="-122"/>
                        </a:rPr>
                        <a:t>Owner</a:t>
                      </a:r>
                      <a:r>
                        <a:rPr lang="zh-CN" altLang="en-US" sz="1380" b="1" i="0" u="none" strike="noStrike" dirty="0">
                          <a:solidFill>
                            <a:srgbClr val="000000"/>
                          </a:solidFill>
                          <a:effectLst/>
                          <a:latin typeface="微软雅黑" panose="020B0503020204020204" pitchFamily="34" charset="-122"/>
                          <a:ea typeface="微软雅黑" panose="020B0503020204020204" pitchFamily="34" charset="-122"/>
                        </a:rPr>
                        <a:t>需对文件名及文件内容进行脱敏，不可出现客户及客户项目、客户型号名称、</a:t>
                      </a:r>
                      <a:r>
                        <a:rPr lang="en-US" altLang="zh-CN" sz="1380" b="1" i="0" u="none" strike="noStrike" dirty="0">
                          <a:solidFill>
                            <a:srgbClr val="000000"/>
                          </a:solidFill>
                          <a:effectLst/>
                          <a:latin typeface="微软雅黑" panose="020B0503020204020204" pitchFamily="34" charset="-122"/>
                          <a:ea typeface="微软雅黑" panose="020B0503020204020204" pitchFamily="34" charset="-122"/>
                        </a:rPr>
                        <a:t>LOGO</a:t>
                      </a:r>
                      <a:r>
                        <a:rPr lang="zh-CN" altLang="en-US" sz="1380" b="1" i="0" u="none" strike="noStrike" dirty="0">
                          <a:solidFill>
                            <a:srgbClr val="000000"/>
                          </a:solidFill>
                          <a:effectLst/>
                          <a:latin typeface="微软雅黑" panose="020B0503020204020204" pitchFamily="34" charset="-122"/>
                          <a:ea typeface="微软雅黑" panose="020B0503020204020204" pitchFamily="34" charset="-122"/>
                        </a:rPr>
                        <a:t>等相关信息，需使用龙旗内部代码及项目名称替代，避免出现价格，重大项目问题等敏感信息；</a:t>
                      </a:r>
                      <a:r>
                        <a:rPr lang="zh-CN" altLang="en-US" sz="1380" b="1" i="0" u="none" strike="noStrike" dirty="0">
                          <a:solidFill>
                            <a:schemeClr val="tx1"/>
                          </a:solidFill>
                          <a:effectLst/>
                          <a:latin typeface="微软雅黑" panose="020B0503020204020204" pitchFamily="34" charset="-122"/>
                          <a:ea typeface="微软雅黑" panose="020B0503020204020204" pitchFamily="34" charset="-122"/>
                        </a:rPr>
                        <a:t>避免出现敏感词</a:t>
                      </a:r>
                      <a:r>
                        <a:rPr lang="en-US" altLang="zh-CN" sz="1380" b="1" i="0" u="none" strike="noStrike" dirty="0">
                          <a:solidFill>
                            <a:schemeClr val="tx1"/>
                          </a:solidFill>
                          <a:effectLst/>
                          <a:latin typeface="微软雅黑" panose="020B0503020204020204" pitchFamily="34" charset="-122"/>
                          <a:ea typeface="微软雅黑" panose="020B0503020204020204" pitchFamily="34" charset="-122"/>
                        </a:rPr>
                        <a:t>(</a:t>
                      </a:r>
                      <a:r>
                        <a:rPr lang="zh-CN" altLang="en-US" sz="1380" b="1" i="0" u="none" strike="noStrike" dirty="0">
                          <a:solidFill>
                            <a:schemeClr val="tx1"/>
                          </a:solidFill>
                          <a:effectLst/>
                          <a:latin typeface="微软雅黑" panose="020B0503020204020204" pitchFamily="34" charset="-122"/>
                          <a:ea typeface="微软雅黑" panose="020B0503020204020204" pitchFamily="34" charset="-122"/>
                        </a:rPr>
                        <a:t>信息安全部规定的为准</a:t>
                      </a:r>
                      <a:r>
                        <a:rPr lang="en-US" altLang="zh-CN" sz="1380" b="1" i="0" u="none" strike="noStrike" dirty="0">
                          <a:solidFill>
                            <a:schemeClr val="tx1"/>
                          </a:solidFill>
                          <a:effectLst/>
                          <a:latin typeface="微软雅黑" panose="020B0503020204020204" pitchFamily="34" charset="-122"/>
                          <a:ea typeface="微软雅黑" panose="020B0503020204020204" pitchFamily="34" charset="-122"/>
                        </a:rPr>
                        <a:t>)</a:t>
                      </a:r>
                      <a:r>
                        <a:rPr lang="zh-CN" altLang="en-US" sz="1380" b="1" i="0" u="none" strike="noStrike" dirty="0">
                          <a:solidFill>
                            <a:schemeClr val="tx1"/>
                          </a:solidFill>
                          <a:effectLst/>
                          <a:latin typeface="微软雅黑" panose="020B0503020204020204" pitchFamily="34" charset="-122"/>
                          <a:ea typeface="微软雅黑" panose="020B0503020204020204" pitchFamily="34" charset="-122"/>
                        </a:rPr>
                        <a:t>；</a:t>
                      </a:r>
                    </a:p>
                  </a:txBody>
                  <a:tcPr marL="6055" marR="6055" marT="60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l" fontAlgn="ctr"/>
                      <a:r>
                        <a:rPr lang="en-US" altLang="zh-CN" sz="1200" b="0" i="0" u="none" strike="noStrike" dirty="0">
                          <a:solidFill>
                            <a:srgbClr val="0000FF"/>
                          </a:solidFill>
                          <a:effectLst/>
                          <a:latin typeface="微软雅黑" panose="020B0503020204020204" pitchFamily="34" charset="-122"/>
                          <a:ea typeface="微软雅黑" panose="020B0503020204020204" pitchFamily="34" charset="-122"/>
                        </a:rPr>
                        <a:t>a.</a:t>
                      </a:r>
                      <a:r>
                        <a:rPr lang="zh-CN" altLang="en-US" sz="1200" b="0" i="0" u="none" strike="noStrike" dirty="0">
                          <a:solidFill>
                            <a:srgbClr val="0000FF"/>
                          </a:solidFill>
                          <a:effectLst/>
                          <a:latin typeface="微软雅黑" panose="020B0503020204020204" pitchFamily="34" charset="-122"/>
                          <a:ea typeface="微软雅黑" panose="020B0503020204020204" pitchFamily="34" charset="-122"/>
                        </a:rPr>
                        <a:t>重大项目问题：重大如何理解？</a:t>
                      </a:r>
                      <a:br>
                        <a:rPr lang="zh-CN" altLang="en-US" sz="1200" b="0" i="0" u="none" strike="noStrike" dirty="0">
                          <a:solidFill>
                            <a:srgbClr val="0000FF"/>
                          </a:solidFill>
                          <a:effectLst/>
                          <a:latin typeface="微软雅黑" panose="020B0503020204020204" pitchFamily="34" charset="-122"/>
                          <a:ea typeface="微软雅黑" panose="020B0503020204020204" pitchFamily="34" charset="-122"/>
                        </a:rPr>
                      </a:b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rPr>
                        <a:t>信安：何为重大应由业务部门做界定，信安可以给出建议譬如给公司带来超过</a:t>
                      </a:r>
                      <a:r>
                        <a:rPr lang="en-US" altLang="zh-CN" sz="1200" b="0" i="0" u="none" strike="noStrike" dirty="0">
                          <a:solidFill>
                            <a:srgbClr val="000000"/>
                          </a:solidFill>
                          <a:effectLst/>
                          <a:latin typeface="微软雅黑" panose="020B0503020204020204" pitchFamily="34" charset="-122"/>
                          <a:ea typeface="微软雅黑" panose="020B0503020204020204" pitchFamily="34" charset="-122"/>
                        </a:rPr>
                        <a:t>100</a:t>
                      </a: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rPr>
                        <a:t>万损失的问题，本应获标而丢标的问题等；建议可通过脱敏模糊化进行知识分享。</a:t>
                      </a:r>
                      <a:br>
                        <a:rPr lang="zh-CN" altLang="en-US" sz="1200" b="0" i="0" u="none" strike="noStrike" dirty="0">
                          <a:solidFill>
                            <a:srgbClr val="0000FF"/>
                          </a:solidFill>
                          <a:effectLst/>
                          <a:latin typeface="微软雅黑" panose="020B0503020204020204" pitchFamily="34" charset="-122"/>
                          <a:ea typeface="微软雅黑" panose="020B0503020204020204" pitchFamily="34" charset="-122"/>
                        </a:rPr>
                      </a:br>
                      <a:r>
                        <a:rPr lang="zh-CN" altLang="en-US" sz="1200" b="0" i="0" u="none" strike="noStrike" dirty="0">
                          <a:solidFill>
                            <a:srgbClr val="0000FF"/>
                          </a:solidFill>
                          <a:effectLst/>
                          <a:latin typeface="微软雅黑" panose="020B0503020204020204" pitchFamily="34" charset="-122"/>
                          <a:ea typeface="微软雅黑" panose="020B0503020204020204" pitchFamily="34" charset="-122"/>
                        </a:rPr>
                        <a:t>项目问题：部分知识案例就是对项目问题进行复盘</a:t>
                      </a:r>
                      <a:r>
                        <a:rPr lang="en-US" altLang="zh-CN" sz="1200" b="0" i="0" u="none" strike="noStrike" dirty="0">
                          <a:solidFill>
                            <a:srgbClr val="0000FF"/>
                          </a:solidFill>
                          <a:effectLst/>
                          <a:latin typeface="微软雅黑" panose="020B0503020204020204" pitchFamily="34" charset="-122"/>
                          <a:ea typeface="微软雅黑" panose="020B0503020204020204" pitchFamily="34" charset="-122"/>
                        </a:rPr>
                        <a:t>/</a:t>
                      </a:r>
                      <a:r>
                        <a:rPr lang="zh-CN" altLang="en-US" sz="1200" b="0" i="0" u="none" strike="noStrike" dirty="0">
                          <a:solidFill>
                            <a:srgbClr val="0000FF"/>
                          </a:solidFill>
                          <a:effectLst/>
                          <a:latin typeface="微软雅黑" panose="020B0503020204020204" pitchFamily="34" charset="-122"/>
                          <a:ea typeface="微软雅黑" panose="020B0503020204020204" pitchFamily="34" charset="-122"/>
                        </a:rPr>
                        <a:t>总结并加以改善的。</a:t>
                      </a:r>
                      <a:br>
                        <a:rPr lang="zh-CN" altLang="en-US" sz="1200" b="0" i="0" u="none" strike="noStrike" dirty="0">
                          <a:solidFill>
                            <a:srgbClr val="0000FF"/>
                          </a:solidFill>
                          <a:effectLst/>
                          <a:latin typeface="微软雅黑" panose="020B0503020204020204" pitchFamily="34" charset="-122"/>
                          <a:ea typeface="微软雅黑" panose="020B0503020204020204" pitchFamily="34" charset="-122"/>
                        </a:rPr>
                      </a:b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rPr>
                        <a:t>信安：做好内容脱敏即可</a:t>
                      </a:r>
                      <a:endParaRPr lang="zh-CN" altLang="en-US" sz="1200" b="0" i="0" u="none" strike="noStrike" dirty="0">
                        <a:solidFill>
                          <a:srgbClr val="0000FF"/>
                        </a:solidFill>
                        <a:effectLst/>
                        <a:latin typeface="微软雅黑" panose="020B0503020204020204" pitchFamily="34" charset="-122"/>
                        <a:ea typeface="微软雅黑" panose="020B0503020204020204" pitchFamily="34" charset="-122"/>
                      </a:endParaRPr>
                    </a:p>
                  </a:txBody>
                  <a:tcPr marL="6055" marR="6055" marT="60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652601">
                <a:tc>
                  <a:txBody>
                    <a:bodyPr/>
                    <a:lstStyle/>
                    <a:p>
                      <a:pPr algn="l" fontAlgn="ctr"/>
                      <a:r>
                        <a:rPr lang="en-US" altLang="zh-CN" sz="1380" b="1" i="0" u="none" strike="noStrike">
                          <a:solidFill>
                            <a:srgbClr val="000000"/>
                          </a:solidFill>
                          <a:effectLst/>
                          <a:latin typeface="微软雅黑" panose="020B0503020204020204" pitchFamily="34" charset="-122"/>
                          <a:ea typeface="微软雅黑" panose="020B0503020204020204" pitchFamily="34" charset="-122"/>
                        </a:rPr>
                        <a:t>5</a:t>
                      </a:r>
                      <a:r>
                        <a:rPr lang="zh-CN" altLang="en-US" sz="1380" b="1" i="0" u="none" strike="noStrike">
                          <a:solidFill>
                            <a:srgbClr val="000000"/>
                          </a:solidFill>
                          <a:effectLst/>
                          <a:latin typeface="微软雅黑" panose="020B0503020204020204" pitchFamily="34" charset="-122"/>
                          <a:ea typeface="微软雅黑" panose="020B0503020204020204" pitchFamily="34" charset="-122"/>
                        </a:rPr>
                        <a:t>、知识文档需要注意个人隐私保护，未经授权避免出现他人姓名、肖像、住址、身份证、银行卡号、电话号码等个人隐私内容；</a:t>
                      </a:r>
                    </a:p>
                  </a:txBody>
                  <a:tcPr marL="6055" marR="6055" marT="60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rowSpan="2">
                  <a:txBody>
                    <a:bodyPr/>
                    <a:lstStyle/>
                    <a:p>
                      <a:pPr algn="l" fontAlgn="ctr"/>
                      <a:r>
                        <a:rPr lang="en-US" altLang="zh-CN" sz="1200" b="0" i="0" u="none" strike="noStrike" dirty="0">
                          <a:solidFill>
                            <a:srgbClr val="0000FF"/>
                          </a:solidFill>
                          <a:effectLst/>
                          <a:latin typeface="微软雅黑" panose="020B0503020204020204" pitchFamily="34" charset="-122"/>
                          <a:ea typeface="微软雅黑" panose="020B0503020204020204" pitchFamily="34" charset="-122"/>
                        </a:rPr>
                        <a:t>a..</a:t>
                      </a:r>
                      <a:r>
                        <a:rPr lang="zh-CN" altLang="en-US" sz="1200" b="0" i="0" u="none" strike="noStrike" dirty="0">
                          <a:solidFill>
                            <a:srgbClr val="0000FF"/>
                          </a:solidFill>
                          <a:effectLst/>
                          <a:latin typeface="微软雅黑" panose="020B0503020204020204" pitchFamily="34" charset="-122"/>
                          <a:ea typeface="微软雅黑" panose="020B0503020204020204" pitchFamily="34" charset="-122"/>
                        </a:rPr>
                        <a:t>知识文档萃取需要写上流程文档</a:t>
                      </a:r>
                      <a:r>
                        <a:rPr lang="en-US" altLang="zh-CN" sz="1200" b="0" i="0" u="none" strike="noStrike" dirty="0" err="1">
                          <a:solidFill>
                            <a:srgbClr val="0000FF"/>
                          </a:solidFill>
                          <a:effectLst/>
                          <a:latin typeface="微软雅黑" panose="020B0503020204020204" pitchFamily="34" charset="-122"/>
                          <a:ea typeface="微软雅黑" panose="020B0503020204020204" pitchFamily="34" charset="-122"/>
                        </a:rPr>
                        <a:t>Owenr</a:t>
                      </a:r>
                      <a:r>
                        <a:rPr lang="zh-CN" altLang="en-US" sz="1200" b="0" i="0" u="none" strike="noStrike" dirty="0">
                          <a:solidFill>
                            <a:srgbClr val="0000FF"/>
                          </a:solidFill>
                          <a:effectLst/>
                          <a:latin typeface="微软雅黑" panose="020B0503020204020204" pitchFamily="34" charset="-122"/>
                          <a:ea typeface="微软雅黑" panose="020B0503020204020204" pitchFamily="34" charset="-122"/>
                        </a:rPr>
                        <a:t>作者姓名甚至工号，怎么处理？</a:t>
                      </a:r>
                      <a:br>
                        <a:rPr lang="zh-CN" altLang="en-US" sz="1200" b="0" i="0" u="none" strike="noStrike" dirty="0">
                          <a:solidFill>
                            <a:srgbClr val="0000FF"/>
                          </a:solidFill>
                          <a:effectLst/>
                          <a:latin typeface="微软雅黑" panose="020B0503020204020204" pitchFamily="34" charset="-122"/>
                          <a:ea typeface="微软雅黑" panose="020B0503020204020204" pitchFamily="34" charset="-122"/>
                        </a:rPr>
                      </a:b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rPr>
                        <a:t>信安：流程文档</a:t>
                      </a:r>
                      <a:r>
                        <a:rPr lang="en-US" altLang="zh-CN" sz="1200" b="0" i="0" u="none" strike="noStrike" dirty="0" err="1">
                          <a:solidFill>
                            <a:srgbClr val="000000"/>
                          </a:solidFill>
                          <a:effectLst/>
                          <a:latin typeface="微软雅黑" panose="020B0503020204020204" pitchFamily="34" charset="-122"/>
                          <a:ea typeface="微软雅黑" panose="020B0503020204020204" pitchFamily="34" charset="-122"/>
                        </a:rPr>
                        <a:t>Owenr</a:t>
                      </a: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rPr>
                        <a:t>作者姓名甚至工号属于个人产出标注，是公司工作的标准要求需遵循的，也可认定是自愿行为并已授权</a:t>
                      </a:r>
                      <a:endParaRPr lang="en-US" altLang="zh-CN" sz="1200" b="0" i="0" u="none" strike="noStrike" dirty="0">
                        <a:solidFill>
                          <a:srgbClr val="000000"/>
                        </a:solidFill>
                        <a:effectLst/>
                        <a:latin typeface="微软雅黑" panose="020B0503020204020204" pitchFamily="34" charset="-122"/>
                        <a:ea typeface="微软雅黑" panose="020B0503020204020204" pitchFamily="34" charset="-122"/>
                      </a:endParaRPr>
                    </a:p>
                    <a:p>
                      <a:pPr algn="l" fontAlgn="ctr"/>
                      <a:r>
                        <a:rPr lang="en-US" altLang="zh-CN" sz="1200" b="1" i="0" u="none" strike="noStrike" dirty="0" err="1">
                          <a:solidFill>
                            <a:srgbClr val="3333FF"/>
                          </a:solidFill>
                          <a:effectLst/>
                          <a:latin typeface="微软雅黑" panose="020B0503020204020204" pitchFamily="34" charset="-122"/>
                          <a:ea typeface="微软雅黑" panose="020B0503020204020204" pitchFamily="34" charset="-122"/>
                        </a:rPr>
                        <a:t>b.LL</a:t>
                      </a:r>
                      <a:r>
                        <a:rPr lang="zh-CN" altLang="en-US" sz="1200" b="1" i="0" u="none" strike="noStrike" dirty="0">
                          <a:solidFill>
                            <a:srgbClr val="3333FF"/>
                          </a:solidFill>
                          <a:effectLst/>
                          <a:latin typeface="微软雅黑" panose="020B0503020204020204" pitchFamily="34" charset="-122"/>
                          <a:ea typeface="微软雅黑" panose="020B0503020204020204" pitchFamily="34" charset="-122"/>
                        </a:rPr>
                        <a:t>案例属于哪一类文件密级分类？</a:t>
                      </a:r>
                      <a:endParaRPr lang="en-US" altLang="zh-CN" sz="1200" b="1" i="0" u="none" strike="noStrike" dirty="0">
                        <a:solidFill>
                          <a:srgbClr val="3333FF"/>
                        </a:solidFill>
                        <a:effectLst/>
                        <a:latin typeface="微软雅黑" panose="020B0503020204020204" pitchFamily="34" charset="-122"/>
                        <a:ea typeface="微软雅黑" panose="020B0503020204020204" pitchFamily="34" charset="-122"/>
                      </a:endParaRPr>
                    </a:p>
                    <a:p>
                      <a:pPr algn="l" fontAlgn="ctr"/>
                      <a:r>
                        <a:rPr lang="zh-CN" altLang="en-US" sz="1200" b="0" i="0" u="none" strike="noStrike" dirty="0">
                          <a:solidFill>
                            <a:schemeClr val="tx1"/>
                          </a:solidFill>
                          <a:effectLst/>
                          <a:latin typeface="微软雅黑" panose="020B0503020204020204" pitchFamily="34" charset="-122"/>
                          <a:ea typeface="微软雅黑" panose="020B0503020204020204" pitchFamily="34" charset="-122"/>
                        </a:rPr>
                        <a:t>信安：案例脱敏后一般属于内部公开。如果案例在短期内具有高价值，建议可以定为秘密，限定领域范围分享。秘密的内容经过一段时间也可以经过评估后降级为内部公开。</a:t>
                      </a:r>
                    </a:p>
                  </a:txBody>
                  <a:tcPr marL="6055" marR="6055" marT="60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646891">
                <a:tc>
                  <a:txBody>
                    <a:bodyPr/>
                    <a:lstStyle/>
                    <a:p>
                      <a:pPr algn="l" fontAlgn="ctr"/>
                      <a:r>
                        <a:rPr lang="en-US" altLang="zh-CN" sz="1380" b="1" i="0" u="none" strike="noStrike" dirty="0">
                          <a:solidFill>
                            <a:srgbClr val="000000"/>
                          </a:solidFill>
                          <a:effectLst/>
                          <a:latin typeface="微软雅黑" panose="020B0503020204020204" pitchFamily="34" charset="-122"/>
                          <a:ea typeface="微软雅黑" panose="020B0503020204020204" pitchFamily="34" charset="-122"/>
                        </a:rPr>
                        <a:t>6</a:t>
                      </a:r>
                      <a:r>
                        <a:rPr lang="zh-CN" altLang="en-US" sz="1380" b="1" i="0" u="none" strike="noStrike" dirty="0">
                          <a:solidFill>
                            <a:srgbClr val="000000"/>
                          </a:solidFill>
                          <a:effectLst/>
                          <a:latin typeface="微软雅黑" panose="020B0503020204020204" pitchFamily="34" charset="-122"/>
                          <a:ea typeface="微软雅黑" panose="020B0503020204020204" pitchFamily="34" charset="-122"/>
                        </a:rPr>
                        <a:t>、避免出现法律侵权内容，譬如使用未授权的字体、图片等相关侵权内容；避免上传未经授权的非原创的有版权合规风险的知识内容，譬如，未经授权的著作等；</a:t>
                      </a:r>
                    </a:p>
                  </a:txBody>
                  <a:tcPr marL="6055" marR="6055" marT="60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vMerge="1">
                  <a:txBody>
                    <a:bodyPr/>
                    <a:lstStyle/>
                    <a:p>
                      <a:endParaRPr lang="zh-CN"/>
                    </a:p>
                  </a:txBody>
                  <a:tcPr marL="6055" marR="6055" marT="60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表格 5"/>
          <p:cNvGraphicFramePr>
            <a:graphicFrameLocks noGrp="1"/>
          </p:cNvGraphicFramePr>
          <p:nvPr>
            <p:extLst>
              <p:ext uri="{D42A27DB-BD31-4B8C-83A1-F6EECF244321}">
                <p14:modId xmlns:p14="http://schemas.microsoft.com/office/powerpoint/2010/main" val="2931987752"/>
              </p:ext>
            </p:extLst>
          </p:nvPr>
        </p:nvGraphicFramePr>
        <p:xfrm>
          <a:off x="230819" y="119955"/>
          <a:ext cx="11718526" cy="3601749"/>
        </p:xfrm>
        <a:graphic>
          <a:graphicData uri="http://schemas.openxmlformats.org/drawingml/2006/table">
            <a:tbl>
              <a:tblPr/>
              <a:tblGrid>
                <a:gridCol w="995672">
                  <a:extLst>
                    <a:ext uri="{9D8B030D-6E8A-4147-A177-3AD203B41FA5}">
                      <a16:colId xmlns:a16="http://schemas.microsoft.com/office/drawing/2014/main" val="20000"/>
                    </a:ext>
                  </a:extLst>
                </a:gridCol>
                <a:gridCol w="1100009">
                  <a:extLst>
                    <a:ext uri="{9D8B030D-6E8A-4147-A177-3AD203B41FA5}">
                      <a16:colId xmlns:a16="http://schemas.microsoft.com/office/drawing/2014/main" val="20001"/>
                    </a:ext>
                  </a:extLst>
                </a:gridCol>
                <a:gridCol w="1430906">
                  <a:extLst>
                    <a:ext uri="{9D8B030D-6E8A-4147-A177-3AD203B41FA5}">
                      <a16:colId xmlns:a16="http://schemas.microsoft.com/office/drawing/2014/main" val="20002"/>
                    </a:ext>
                  </a:extLst>
                </a:gridCol>
                <a:gridCol w="1520337">
                  <a:extLst>
                    <a:ext uri="{9D8B030D-6E8A-4147-A177-3AD203B41FA5}">
                      <a16:colId xmlns:a16="http://schemas.microsoft.com/office/drawing/2014/main" val="20003"/>
                    </a:ext>
                  </a:extLst>
                </a:gridCol>
                <a:gridCol w="1525460">
                  <a:extLst>
                    <a:ext uri="{9D8B030D-6E8A-4147-A177-3AD203B41FA5}">
                      <a16:colId xmlns:a16="http://schemas.microsoft.com/office/drawing/2014/main" val="20004"/>
                    </a:ext>
                  </a:extLst>
                </a:gridCol>
                <a:gridCol w="3507804">
                  <a:extLst>
                    <a:ext uri="{9D8B030D-6E8A-4147-A177-3AD203B41FA5}">
                      <a16:colId xmlns:a16="http://schemas.microsoft.com/office/drawing/2014/main" val="20005"/>
                    </a:ext>
                  </a:extLst>
                </a:gridCol>
                <a:gridCol w="1638338">
                  <a:extLst>
                    <a:ext uri="{9D8B030D-6E8A-4147-A177-3AD203B41FA5}">
                      <a16:colId xmlns:a16="http://schemas.microsoft.com/office/drawing/2014/main" val="20006"/>
                    </a:ext>
                  </a:extLst>
                </a:gridCol>
              </a:tblGrid>
              <a:tr h="465971">
                <a:tc gridSpan="7">
                  <a:txBody>
                    <a:bodyPr/>
                    <a:lstStyle/>
                    <a:p>
                      <a:pPr algn="l" fontAlgn="ctr"/>
                      <a:r>
                        <a:rPr lang="en-US" sz="1600" b="1" i="0" u="none" strike="noStrike" dirty="0">
                          <a:solidFill>
                            <a:srgbClr val="000000"/>
                          </a:solidFill>
                          <a:effectLst/>
                          <a:latin typeface="微软雅黑" panose="020B0503020204020204" pitchFamily="34" charset="-122"/>
                          <a:ea typeface="微软雅黑" panose="020B0503020204020204" pitchFamily="34" charset="-122"/>
                        </a:rPr>
                        <a:t>Lesson Learn</a:t>
                      </a:r>
                      <a:r>
                        <a:rPr lang="zh-CN" altLang="en-US" sz="1600" b="1" i="0" u="none" strike="noStrike" dirty="0">
                          <a:solidFill>
                            <a:srgbClr val="000000"/>
                          </a:solidFill>
                          <a:effectLst/>
                          <a:latin typeface="微软雅黑" panose="020B0503020204020204" pitchFamily="34" charset="-122"/>
                          <a:ea typeface="微软雅黑" panose="020B0503020204020204" pitchFamily="34" charset="-122"/>
                        </a:rPr>
                        <a:t>转化</a:t>
                      </a:r>
                      <a:r>
                        <a:rPr lang="en-US" altLang="zh-CN" sz="1600" b="1"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1600" b="1" i="0" u="none" strike="noStrike" dirty="0">
                          <a:solidFill>
                            <a:srgbClr val="000000"/>
                          </a:solidFill>
                          <a:effectLst/>
                          <a:latin typeface="微软雅黑" panose="020B0503020204020204" pitchFamily="34" charset="-122"/>
                          <a:ea typeface="微软雅黑" panose="020B0503020204020204" pitchFamily="34" charset="-122"/>
                        </a:rPr>
                        <a:t>标准化行动</a:t>
                      </a:r>
                      <a:r>
                        <a:rPr lang="en-US" altLang="zh-CN" sz="1600" b="1"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1600" b="1" i="0" u="none" strike="noStrike" dirty="0">
                          <a:solidFill>
                            <a:srgbClr val="000000"/>
                          </a:solidFill>
                          <a:effectLst/>
                          <a:latin typeface="微软雅黑" panose="020B0503020204020204" pitchFamily="34" charset="-122"/>
                          <a:ea typeface="微软雅黑" panose="020B0503020204020204" pitchFamily="34" charset="-122"/>
                        </a:rPr>
                        <a:t>一览表</a:t>
                      </a: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0"/>
                  </a:ext>
                </a:extLst>
              </a:tr>
              <a:tr h="1156149">
                <a:tc>
                  <a:txBody>
                    <a:bodyPr/>
                    <a:lstStyle/>
                    <a:p>
                      <a:pPr algn="ctr" fontAlgn="ct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问题阶段</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algn="ctr" fontAlgn="ct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是否</a:t>
                      </a:r>
                      <a:endParaRPr lang="en-US" altLang="zh-CN" sz="1600" b="0" i="0" u="none" strike="noStrike" dirty="0">
                        <a:solidFill>
                          <a:srgbClr val="000000"/>
                        </a:solidFill>
                        <a:effectLst/>
                        <a:latin typeface="微软雅黑" panose="020B0503020204020204" pitchFamily="34" charset="-122"/>
                        <a:ea typeface="微软雅黑" panose="020B0503020204020204" pitchFamily="34" charset="-122"/>
                      </a:endParaRPr>
                    </a:p>
                    <a:p>
                      <a:pPr algn="ctr" fontAlgn="ct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跨领域</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algn="ctr" fontAlgn="ct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是否有</a:t>
                      </a:r>
                      <a:r>
                        <a:rPr lang="en-US" sz="1600" b="0" i="0" u="none" strike="noStrike" dirty="0">
                          <a:solidFill>
                            <a:srgbClr val="000000"/>
                          </a:solidFill>
                          <a:effectLst/>
                          <a:latin typeface="微软雅黑" panose="020B0503020204020204" pitchFamily="34" charset="-122"/>
                          <a:ea typeface="微软雅黑" panose="020B0503020204020204" pitchFamily="34" charset="-122"/>
                        </a:rPr>
                        <a:t>checklist/</a:t>
                      </a: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sop</a:t>
                      </a:r>
                      <a:r>
                        <a:rPr lang="en-US" sz="1600" b="0"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测试用例</a:t>
                      </a: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操作手册等</a:t>
                      </a:r>
                      <a:endParaRPr lang="en-US" sz="1600" b="0" i="0" u="none" strike="noStrike" dirty="0">
                        <a:solidFill>
                          <a:srgbClr val="000000"/>
                        </a:solidFill>
                        <a:effectLst/>
                        <a:latin typeface="微软雅黑" panose="020B0503020204020204" pitchFamily="34" charset="-122"/>
                        <a:ea typeface="微软雅黑" panose="020B0503020204020204" pitchFamily="34"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algn="ctr" fontAlgn="ct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是否有</a:t>
                      </a:r>
                      <a:endParaRPr lang="en-US" altLang="zh-CN" sz="1600" b="0" i="0" u="none" strike="noStrike" dirty="0">
                        <a:solidFill>
                          <a:srgbClr val="000000"/>
                        </a:solidFill>
                        <a:effectLst/>
                        <a:latin typeface="微软雅黑" panose="020B0503020204020204" pitchFamily="34" charset="-122"/>
                        <a:ea typeface="微软雅黑" panose="020B0503020204020204" pitchFamily="34" charset="-122"/>
                      </a:endParaRPr>
                    </a:p>
                    <a:p>
                      <a:pPr algn="ctr" fontAlgn="ct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流程</a:t>
                      </a: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机制</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algn="ctr" fontAlgn="ct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是否需要</a:t>
                      </a: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checklist/sop/</a:t>
                      </a: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测试用例</a:t>
                      </a: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操作手册</a:t>
                      </a: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流程</a:t>
                      </a: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机制等</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algn="ctr" fontAlgn="ct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转化</a:t>
                      </a: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审核结果</a:t>
                      </a: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a:t>
                      </a:r>
                      <a:r>
                        <a:rPr lang="en-US" sz="1600" b="0" i="0" u="none" strike="noStrike" dirty="0">
                          <a:solidFill>
                            <a:srgbClr val="000000"/>
                          </a:solidFill>
                          <a:effectLst/>
                          <a:latin typeface="微软雅黑" panose="020B0503020204020204" pitchFamily="34" charset="-122"/>
                          <a:ea typeface="微软雅黑" panose="020B0503020204020204" pitchFamily="34" charset="-122"/>
                        </a:rPr>
                        <a:t>Action</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algn="ctr" fontAlgn="ct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备注</a:t>
                      </a: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其他</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extLst>
                  <a:ext uri="{0D108BD9-81ED-4DB2-BD59-A6C34878D82A}">
                    <a16:rowId xmlns:a16="http://schemas.microsoft.com/office/drawing/2014/main" val="10001"/>
                  </a:ext>
                </a:extLst>
              </a:tr>
              <a:tr h="1979629">
                <a:tc>
                  <a:txBody>
                    <a:bodyPr/>
                    <a:lstStyle/>
                    <a:p>
                      <a:pPr algn="ctr" fontAlgn="ctr"/>
                      <a:r>
                        <a:rPr lang="en-US" altLang="zh-CN" sz="1600" b="0" i="0" u="none" strike="noStrike">
                          <a:solidFill>
                            <a:srgbClr val="000000"/>
                          </a:solidFill>
                          <a:effectLst/>
                          <a:latin typeface="微软雅黑" panose="020B0503020204020204" pitchFamily="34" charset="-122"/>
                          <a:ea typeface="微软雅黑" panose="020B0503020204020204" pitchFamily="34" charset="-122"/>
                        </a:rPr>
                        <a:t>TR4</a:t>
                      </a:r>
                      <a:r>
                        <a:rPr lang="zh-CN" altLang="en-US" sz="1600" b="0" i="0" u="none" strike="noStrike">
                          <a:solidFill>
                            <a:srgbClr val="000000"/>
                          </a:solidFill>
                          <a:effectLst/>
                          <a:latin typeface="微软雅黑" panose="020B0503020204020204" pitchFamily="34" charset="-122"/>
                          <a:ea typeface="微软雅黑" panose="020B0503020204020204" pitchFamily="34" charset="-122"/>
                        </a:rPr>
                        <a:t>　</a:t>
                      </a:r>
                      <a:endParaRPr lang="zh-CN" altLang="en-US" sz="1600" b="0" i="0" u="none" strike="noStrike" dirty="0">
                        <a:solidFill>
                          <a:srgbClr val="000000"/>
                        </a:solidFill>
                        <a:effectLst/>
                        <a:latin typeface="微软雅黑" panose="020B0503020204020204" pitchFamily="34" charset="-122"/>
                        <a:ea typeface="微软雅黑" panose="020B0503020204020204" pitchFamily="34"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600" b="0" i="0" u="none" strike="noStrike">
                          <a:solidFill>
                            <a:srgbClr val="000000"/>
                          </a:solidFill>
                          <a:effectLst/>
                          <a:latin typeface="微软雅黑" panose="020B0503020204020204" pitchFamily="34" charset="-122"/>
                          <a:ea typeface="微软雅黑" panose="020B0503020204020204" pitchFamily="34" charset="-122"/>
                        </a:rPr>
                        <a:t>N</a:t>
                      </a:r>
                      <a:r>
                        <a:rPr lang="zh-CN" altLang="en-US" sz="1600" b="0" i="0" u="none" strike="noStrike">
                          <a:solidFill>
                            <a:srgbClr val="000000"/>
                          </a:solidFill>
                          <a:effectLst/>
                          <a:latin typeface="微软雅黑" panose="020B0503020204020204" pitchFamily="34" charset="-122"/>
                          <a:ea typeface="微软雅黑" panose="020B0503020204020204" pitchFamily="34" charset="-122"/>
                        </a:rPr>
                        <a:t>　</a:t>
                      </a:r>
                      <a:endParaRPr lang="zh-CN" altLang="en-US" sz="1600" b="0" i="0" u="none" strike="noStrike" dirty="0">
                        <a:solidFill>
                          <a:srgbClr val="000000"/>
                        </a:solidFill>
                        <a:effectLst/>
                        <a:latin typeface="微软雅黑" panose="020B0503020204020204" pitchFamily="34" charset="-122"/>
                        <a:ea typeface="微软雅黑" panose="020B0503020204020204" pitchFamily="34"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600" b="0" i="0" u="none" strike="noStrike">
                          <a:solidFill>
                            <a:srgbClr val="000000"/>
                          </a:solidFill>
                          <a:effectLst/>
                          <a:latin typeface="微软雅黑" panose="020B0503020204020204" pitchFamily="34" charset="-122"/>
                          <a:ea typeface="微软雅黑" panose="020B0503020204020204" pitchFamily="34" charset="-122"/>
                        </a:rPr>
                        <a:t>Y</a:t>
                      </a:r>
                      <a:r>
                        <a:rPr lang="zh-CN" altLang="en-US" sz="1600" b="0" i="0" u="none" strike="noStrike">
                          <a:solidFill>
                            <a:srgbClr val="000000"/>
                          </a:solidFill>
                          <a:effectLst/>
                          <a:latin typeface="微软雅黑" panose="020B0503020204020204" pitchFamily="34" charset="-122"/>
                          <a:ea typeface="微软雅黑" panose="020B0503020204020204" pitchFamily="34" charset="-122"/>
                        </a:rPr>
                        <a:t>　</a:t>
                      </a:r>
                      <a:endParaRPr lang="zh-CN" altLang="en-US" sz="1600" b="0" i="0" u="none" strike="noStrike" dirty="0">
                        <a:solidFill>
                          <a:srgbClr val="000000"/>
                        </a:solidFill>
                        <a:effectLst/>
                        <a:latin typeface="微软雅黑" panose="020B0503020204020204" pitchFamily="34" charset="-122"/>
                        <a:ea typeface="微软雅黑" panose="020B0503020204020204" pitchFamily="34"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600" b="0" i="0" u="none" strike="noStrike">
                          <a:solidFill>
                            <a:srgbClr val="000000"/>
                          </a:solidFill>
                          <a:effectLst/>
                          <a:latin typeface="微软雅黑" panose="020B0503020204020204" pitchFamily="34" charset="-122"/>
                          <a:ea typeface="微软雅黑" panose="020B0503020204020204" pitchFamily="34" charset="-122"/>
                        </a:rPr>
                        <a:t>N</a:t>
                      </a:r>
                      <a:endParaRPr lang="zh-CN" altLang="en-US" sz="1600" b="0" i="0" u="none" strike="noStrike" dirty="0">
                        <a:solidFill>
                          <a:srgbClr val="000000"/>
                        </a:solidFill>
                        <a:effectLst/>
                        <a:latin typeface="微软雅黑" panose="020B0503020204020204" pitchFamily="34" charset="-122"/>
                        <a:ea typeface="微软雅黑" panose="020B0503020204020204" pitchFamily="34"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600" b="0" i="0" u="none" strike="noStrike">
                          <a:solidFill>
                            <a:srgbClr val="000000"/>
                          </a:solidFill>
                          <a:effectLst/>
                          <a:latin typeface="微软雅黑" panose="020B0503020204020204" pitchFamily="34" charset="-122"/>
                          <a:ea typeface="微软雅黑" panose="020B0503020204020204" pitchFamily="34" charset="-122"/>
                        </a:rPr>
                        <a:t>Y</a:t>
                      </a:r>
                      <a:endParaRPr lang="zh-CN" altLang="en-US" sz="1600" b="0" i="0" u="none" strike="noStrike" dirty="0">
                        <a:solidFill>
                          <a:srgbClr val="000000"/>
                        </a:solidFill>
                        <a:effectLst/>
                        <a:latin typeface="微软雅黑" panose="020B0503020204020204" pitchFamily="34" charset="-122"/>
                        <a:ea typeface="微软雅黑" panose="020B0503020204020204" pitchFamily="34"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未转化</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22" name="组合 21"/>
          <p:cNvGrpSpPr/>
          <p:nvPr/>
        </p:nvGrpSpPr>
        <p:grpSpPr>
          <a:xfrm>
            <a:off x="7113786" y="590196"/>
            <a:ext cx="4353926" cy="919401"/>
            <a:chOff x="7187492" y="801429"/>
            <a:chExt cx="4353926" cy="1340742"/>
          </a:xfrm>
        </p:grpSpPr>
        <p:sp>
          <p:nvSpPr>
            <p:cNvPr id="23" name="文本框 22"/>
            <p:cNvSpPr txBox="1"/>
            <p:nvPr/>
          </p:nvSpPr>
          <p:spPr>
            <a:xfrm>
              <a:off x="7187492" y="801429"/>
              <a:ext cx="4353926" cy="1340742"/>
            </a:xfrm>
            <a:prstGeom prst="roundRect">
              <a:avLst/>
            </a:prstGeom>
            <a:solidFill>
              <a:srgbClr val="CF3138"/>
            </a:solidFill>
          </p:spPr>
          <p:txBody>
            <a:bodyPr wrap="square">
              <a:spAutoFit/>
            </a:bodyPr>
            <a:lstStyle>
              <a:defPPr>
                <a:defRPr lang="zh-CN"/>
              </a:defPPr>
              <a:lvl1pPr marR="0" lvl="0" indent="0" defTabSz="913765" fontAlgn="auto">
                <a:lnSpc>
                  <a:spcPct val="100000"/>
                </a:lnSpc>
                <a:spcBef>
                  <a:spcPts val="0"/>
                </a:spcBef>
                <a:spcAft>
                  <a:spcPts val="0"/>
                </a:spcAft>
                <a:buClrTx/>
                <a:buSzPct val="25000"/>
                <a:buFontTx/>
                <a:buNone/>
                <a:defRPr kumimoji="0" sz="6000" b="1" i="0" u="none" strike="noStrike" cap="none" spc="0" normalizeH="0" baseline="0">
                  <a:ln>
                    <a:noFill/>
                  </a:ln>
                  <a:solidFill>
                    <a:srgbClr val="FFFFFF">
                      <a:alpha val="90000"/>
                    </a:srgbClr>
                  </a:solidFill>
                  <a:effectLst/>
                  <a:uLnTx/>
                  <a:uFillTx/>
                </a:defRPr>
              </a:lvl1pPr>
            </a:lstStyle>
            <a:p>
              <a:pPr marL="0" marR="0" lvl="0" indent="0" algn="l" defTabSz="913765" rtl="0" eaLnBrk="1" fontAlgn="auto" latinLnBrk="0" hangingPunct="1">
                <a:lnSpc>
                  <a:spcPct val="100000"/>
                </a:lnSpc>
                <a:spcBef>
                  <a:spcPts val="0"/>
                </a:spcBef>
                <a:spcAft>
                  <a:spcPts val="0"/>
                </a:spcAft>
                <a:buClrTx/>
                <a:buSzPct val="25000"/>
                <a:buFontTx/>
                <a:buNone/>
                <a:defRPr/>
              </a:pPr>
              <a:r>
                <a:rPr kumimoji="0" lang="en-US" altLang="zh-CN" sz="4800"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01</a:t>
              </a:r>
            </a:p>
          </p:txBody>
        </p:sp>
        <p:sp>
          <p:nvSpPr>
            <p:cNvPr id="24" name="文本框 23"/>
            <p:cNvSpPr txBox="1"/>
            <p:nvPr/>
          </p:nvSpPr>
          <p:spPr>
            <a:xfrm>
              <a:off x="8554986" y="1135181"/>
              <a:ext cx="1578383" cy="673236"/>
            </a:xfrm>
            <a:prstGeom prst="rect">
              <a:avLst/>
            </a:prstGeom>
            <a:noFill/>
          </p:spPr>
          <p:txBody>
            <a:bodyPr wrap="square" rtlCol="0">
              <a:spAutoFit/>
            </a:bodyPr>
            <a:lstStyle>
              <a:defPPr>
                <a:defRPr lang="zh-CN"/>
              </a:defPPr>
              <a:lvl1pPr>
                <a:defRPr kumimoji="0" sz="1400" b="1" i="0" u="none" strike="noStrike" cap="none" spc="0" normalizeH="0" baseline="0">
                  <a:ln>
                    <a:noFill/>
                  </a:ln>
                  <a:solidFill>
                    <a:srgbClr val="FFFFFF"/>
                  </a:solidFill>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400" b="1" dirty="0">
                  <a:latin typeface="微软雅黑" panose="020B0503020204020204" pitchFamily="34" charset="-122"/>
                  <a:ea typeface="微软雅黑" panose="020B0503020204020204" pitchFamily="34" charset="-122"/>
                </a:rPr>
                <a:t>关键字</a:t>
              </a:r>
              <a:endParaRPr kumimoji="0" lang="en-US" altLang="zh-CN" sz="18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grpSp>
      <p:grpSp>
        <p:nvGrpSpPr>
          <p:cNvPr id="25" name="组合 24"/>
          <p:cNvGrpSpPr/>
          <p:nvPr/>
        </p:nvGrpSpPr>
        <p:grpSpPr>
          <a:xfrm>
            <a:off x="7113786" y="1769422"/>
            <a:ext cx="4353926" cy="919401"/>
            <a:chOff x="7187492" y="801429"/>
            <a:chExt cx="4353926" cy="1340742"/>
          </a:xfrm>
        </p:grpSpPr>
        <p:sp>
          <p:nvSpPr>
            <p:cNvPr id="26" name="文本框 25"/>
            <p:cNvSpPr txBox="1"/>
            <p:nvPr/>
          </p:nvSpPr>
          <p:spPr>
            <a:xfrm>
              <a:off x="7187492" y="801429"/>
              <a:ext cx="4353926" cy="1340742"/>
            </a:xfrm>
            <a:prstGeom prst="roundRect">
              <a:avLst/>
            </a:prstGeom>
            <a:solidFill>
              <a:srgbClr val="CF3138"/>
            </a:solidFill>
          </p:spPr>
          <p:txBody>
            <a:bodyPr wrap="square">
              <a:spAutoFit/>
            </a:bodyPr>
            <a:lstStyle>
              <a:defPPr>
                <a:defRPr lang="zh-CN"/>
              </a:defPPr>
              <a:lvl1pPr marR="0" lvl="0" indent="0" defTabSz="913765" fontAlgn="auto">
                <a:lnSpc>
                  <a:spcPct val="100000"/>
                </a:lnSpc>
                <a:spcBef>
                  <a:spcPts val="0"/>
                </a:spcBef>
                <a:spcAft>
                  <a:spcPts val="0"/>
                </a:spcAft>
                <a:buClrTx/>
                <a:buSzPct val="25000"/>
                <a:buFontTx/>
                <a:buNone/>
                <a:defRPr kumimoji="0" sz="6000" b="1" i="0" u="none" strike="noStrike" cap="none" spc="0" normalizeH="0" baseline="0">
                  <a:ln>
                    <a:noFill/>
                  </a:ln>
                  <a:solidFill>
                    <a:srgbClr val="FFFFFF">
                      <a:alpha val="90000"/>
                    </a:srgbClr>
                  </a:solidFill>
                  <a:effectLst/>
                  <a:uLnTx/>
                  <a:uFillTx/>
                </a:defRPr>
              </a:lvl1pPr>
            </a:lstStyle>
            <a:p>
              <a:pPr marL="0" marR="0" lvl="0" indent="0" algn="l" defTabSz="913765" rtl="0" eaLnBrk="1" fontAlgn="auto" latinLnBrk="0" hangingPunct="1">
                <a:lnSpc>
                  <a:spcPct val="100000"/>
                </a:lnSpc>
                <a:spcBef>
                  <a:spcPts val="0"/>
                </a:spcBef>
                <a:spcAft>
                  <a:spcPts val="0"/>
                </a:spcAft>
                <a:buClrTx/>
                <a:buSzPct val="25000"/>
                <a:buFontTx/>
                <a:buNone/>
                <a:defRPr/>
              </a:pPr>
              <a:r>
                <a:rPr kumimoji="0" lang="en-US" altLang="zh-CN" sz="4800"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02</a:t>
              </a:r>
            </a:p>
          </p:txBody>
        </p:sp>
        <p:sp>
          <p:nvSpPr>
            <p:cNvPr id="27" name="文本框 26"/>
            <p:cNvSpPr txBox="1"/>
            <p:nvPr/>
          </p:nvSpPr>
          <p:spPr>
            <a:xfrm>
              <a:off x="8554986" y="1135181"/>
              <a:ext cx="1578383" cy="673236"/>
            </a:xfrm>
            <a:prstGeom prst="rect">
              <a:avLst/>
            </a:prstGeom>
            <a:noFill/>
          </p:spPr>
          <p:txBody>
            <a:bodyPr wrap="square" rtlCol="0">
              <a:spAutoFit/>
            </a:bodyPr>
            <a:lstStyle>
              <a:defPPr>
                <a:defRPr lang="zh-CN"/>
              </a:defPPr>
              <a:lvl1pPr>
                <a:defRPr kumimoji="0" sz="1400" b="1" i="0" u="none" strike="noStrike" cap="none" spc="0" normalizeH="0" baseline="0">
                  <a:ln>
                    <a:noFill/>
                  </a:ln>
                  <a:solidFill>
                    <a:srgbClr val="FFFFFF"/>
                  </a:solidFill>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400" b="1" dirty="0">
                  <a:latin typeface="微软雅黑" panose="020B0503020204020204" pitchFamily="34" charset="-122"/>
                  <a:ea typeface="微软雅黑" panose="020B0503020204020204" pitchFamily="34" charset="-122"/>
                </a:rPr>
                <a:t>问题描述</a:t>
              </a:r>
              <a:endParaRPr kumimoji="0" lang="en-US" altLang="zh-CN" sz="18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grpSp>
      <p:grpSp>
        <p:nvGrpSpPr>
          <p:cNvPr id="28" name="组合 27"/>
          <p:cNvGrpSpPr/>
          <p:nvPr/>
        </p:nvGrpSpPr>
        <p:grpSpPr>
          <a:xfrm>
            <a:off x="7113786" y="5307102"/>
            <a:ext cx="4353926" cy="919401"/>
            <a:chOff x="7187492" y="801429"/>
            <a:chExt cx="4353926" cy="1340742"/>
          </a:xfrm>
        </p:grpSpPr>
        <p:sp>
          <p:nvSpPr>
            <p:cNvPr id="29" name="文本框 28"/>
            <p:cNvSpPr txBox="1"/>
            <p:nvPr/>
          </p:nvSpPr>
          <p:spPr>
            <a:xfrm>
              <a:off x="7187492" y="801429"/>
              <a:ext cx="4353926" cy="1340742"/>
            </a:xfrm>
            <a:prstGeom prst="roundRect">
              <a:avLst/>
            </a:prstGeom>
            <a:solidFill>
              <a:srgbClr val="CF3138"/>
            </a:solidFill>
          </p:spPr>
          <p:txBody>
            <a:bodyPr wrap="square">
              <a:spAutoFit/>
            </a:bodyPr>
            <a:lstStyle>
              <a:defPPr>
                <a:defRPr lang="zh-CN"/>
              </a:defPPr>
              <a:lvl1pPr marR="0" lvl="0" indent="0" defTabSz="913765" fontAlgn="auto">
                <a:lnSpc>
                  <a:spcPct val="100000"/>
                </a:lnSpc>
                <a:spcBef>
                  <a:spcPts val="0"/>
                </a:spcBef>
                <a:spcAft>
                  <a:spcPts val="0"/>
                </a:spcAft>
                <a:buClrTx/>
                <a:buSzPct val="25000"/>
                <a:buFontTx/>
                <a:buNone/>
                <a:defRPr kumimoji="0" sz="6000" b="1" i="0" u="none" strike="noStrike" cap="none" spc="0" normalizeH="0" baseline="0">
                  <a:ln>
                    <a:noFill/>
                  </a:ln>
                  <a:solidFill>
                    <a:srgbClr val="FFFFFF">
                      <a:alpha val="90000"/>
                    </a:srgbClr>
                  </a:solidFill>
                  <a:effectLst/>
                  <a:uLnTx/>
                  <a:uFillTx/>
                </a:defRPr>
              </a:lvl1pPr>
            </a:lstStyle>
            <a:p>
              <a:pPr marL="0" marR="0" lvl="0" indent="0" algn="l" defTabSz="913765" rtl="0" eaLnBrk="1" fontAlgn="auto" latinLnBrk="0" hangingPunct="1">
                <a:lnSpc>
                  <a:spcPct val="100000"/>
                </a:lnSpc>
                <a:spcBef>
                  <a:spcPts val="0"/>
                </a:spcBef>
                <a:spcAft>
                  <a:spcPts val="0"/>
                </a:spcAft>
                <a:buClrTx/>
                <a:buSzPct val="25000"/>
                <a:buFontTx/>
                <a:buNone/>
                <a:defRPr/>
              </a:pPr>
              <a:r>
                <a:rPr kumimoji="0" lang="en-US" altLang="zh-CN" sz="4800"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05</a:t>
              </a:r>
            </a:p>
          </p:txBody>
        </p:sp>
        <p:sp>
          <p:nvSpPr>
            <p:cNvPr id="30" name="文本框 29"/>
            <p:cNvSpPr txBox="1"/>
            <p:nvPr/>
          </p:nvSpPr>
          <p:spPr>
            <a:xfrm>
              <a:off x="8554986" y="1135181"/>
              <a:ext cx="1578383" cy="673236"/>
            </a:xfrm>
            <a:prstGeom prst="rect">
              <a:avLst/>
            </a:prstGeom>
            <a:noFill/>
          </p:spPr>
          <p:txBody>
            <a:bodyPr wrap="square" rtlCol="0">
              <a:spAutoFit/>
            </a:bodyPr>
            <a:lstStyle>
              <a:defPPr>
                <a:defRPr lang="zh-CN"/>
              </a:defPPr>
              <a:lvl1pPr>
                <a:defRPr kumimoji="0" sz="1400" b="1" i="0" u="none" strike="noStrike" cap="none" spc="0" normalizeH="0" baseline="0">
                  <a:ln>
                    <a:noFill/>
                  </a:ln>
                  <a:solidFill>
                    <a:srgbClr val="FFFFFF"/>
                  </a:solidFill>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400" b="1" dirty="0">
                  <a:latin typeface="微软雅黑" panose="020B0503020204020204" pitchFamily="34" charset="-122"/>
                  <a:ea typeface="微软雅黑" panose="020B0503020204020204" pitchFamily="34" charset="-122"/>
                </a:rPr>
                <a:t>总结</a:t>
              </a:r>
              <a:endParaRPr kumimoji="0" lang="en-US" altLang="zh-CN" sz="18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grpSp>
      <p:grpSp>
        <p:nvGrpSpPr>
          <p:cNvPr id="31" name="组合 30"/>
          <p:cNvGrpSpPr/>
          <p:nvPr/>
        </p:nvGrpSpPr>
        <p:grpSpPr>
          <a:xfrm>
            <a:off x="7113786" y="2948648"/>
            <a:ext cx="4353926" cy="919401"/>
            <a:chOff x="7187492" y="801429"/>
            <a:chExt cx="4353926" cy="1340742"/>
          </a:xfrm>
        </p:grpSpPr>
        <p:sp>
          <p:nvSpPr>
            <p:cNvPr id="32" name="文本框 31"/>
            <p:cNvSpPr txBox="1"/>
            <p:nvPr/>
          </p:nvSpPr>
          <p:spPr>
            <a:xfrm>
              <a:off x="7187492" y="801429"/>
              <a:ext cx="4353926" cy="1340742"/>
            </a:xfrm>
            <a:prstGeom prst="roundRect">
              <a:avLst/>
            </a:prstGeom>
            <a:solidFill>
              <a:srgbClr val="CF3138"/>
            </a:solidFill>
          </p:spPr>
          <p:txBody>
            <a:bodyPr wrap="square">
              <a:spAutoFit/>
            </a:bodyPr>
            <a:lstStyle>
              <a:defPPr>
                <a:defRPr lang="zh-CN"/>
              </a:defPPr>
              <a:lvl1pPr marR="0" lvl="0" indent="0" defTabSz="913765" fontAlgn="auto">
                <a:lnSpc>
                  <a:spcPct val="100000"/>
                </a:lnSpc>
                <a:spcBef>
                  <a:spcPts val="0"/>
                </a:spcBef>
                <a:spcAft>
                  <a:spcPts val="0"/>
                </a:spcAft>
                <a:buClrTx/>
                <a:buSzPct val="25000"/>
                <a:buFontTx/>
                <a:buNone/>
                <a:defRPr kumimoji="0" sz="6000" b="1" i="0" u="none" strike="noStrike" cap="none" spc="0" normalizeH="0" baseline="0">
                  <a:ln>
                    <a:noFill/>
                  </a:ln>
                  <a:solidFill>
                    <a:srgbClr val="FFFFFF">
                      <a:alpha val="90000"/>
                    </a:srgbClr>
                  </a:solidFill>
                  <a:effectLst/>
                  <a:uLnTx/>
                  <a:uFillTx/>
                </a:defRPr>
              </a:lvl1pPr>
            </a:lstStyle>
            <a:p>
              <a:pPr marL="0" marR="0" lvl="0" indent="0" algn="l" defTabSz="913765" rtl="0" eaLnBrk="1" fontAlgn="auto" latinLnBrk="0" hangingPunct="1">
                <a:lnSpc>
                  <a:spcPct val="100000"/>
                </a:lnSpc>
                <a:spcBef>
                  <a:spcPts val="0"/>
                </a:spcBef>
                <a:spcAft>
                  <a:spcPts val="0"/>
                </a:spcAft>
                <a:buClrTx/>
                <a:buSzPct val="25000"/>
                <a:buFontTx/>
                <a:buNone/>
                <a:defRPr/>
              </a:pPr>
              <a:r>
                <a:rPr kumimoji="0" lang="en-US" altLang="zh-CN" sz="4800"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03</a:t>
              </a:r>
            </a:p>
          </p:txBody>
        </p:sp>
        <p:sp>
          <p:nvSpPr>
            <p:cNvPr id="33" name="文本框 32"/>
            <p:cNvSpPr txBox="1"/>
            <p:nvPr/>
          </p:nvSpPr>
          <p:spPr>
            <a:xfrm>
              <a:off x="8554986" y="1135181"/>
              <a:ext cx="1578383" cy="673236"/>
            </a:xfrm>
            <a:prstGeom prst="rect">
              <a:avLst/>
            </a:prstGeom>
            <a:noFill/>
          </p:spPr>
          <p:txBody>
            <a:bodyPr wrap="square" rtlCol="0">
              <a:spAutoFit/>
            </a:bodyPr>
            <a:lstStyle>
              <a:defPPr>
                <a:defRPr lang="zh-CN"/>
              </a:defPPr>
              <a:lvl1pPr>
                <a:defRPr kumimoji="0" sz="1400" b="1" i="0" u="none" strike="noStrike" cap="none" spc="0" normalizeH="0" baseline="0">
                  <a:ln>
                    <a:noFill/>
                  </a:ln>
                  <a:solidFill>
                    <a:srgbClr val="FFFFFF"/>
                  </a:solidFill>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400" b="1" dirty="0">
                  <a:latin typeface="微软雅黑" panose="020B0503020204020204" pitchFamily="34" charset="-122"/>
                  <a:ea typeface="微软雅黑" panose="020B0503020204020204" pitchFamily="34" charset="-122"/>
                </a:rPr>
                <a:t>分析过程</a:t>
              </a:r>
              <a:endParaRPr kumimoji="0" lang="en-US" altLang="zh-CN" sz="18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grpSp>
      <p:grpSp>
        <p:nvGrpSpPr>
          <p:cNvPr id="34" name="组合 33"/>
          <p:cNvGrpSpPr/>
          <p:nvPr/>
        </p:nvGrpSpPr>
        <p:grpSpPr>
          <a:xfrm>
            <a:off x="7113786" y="4127874"/>
            <a:ext cx="4353926" cy="919401"/>
            <a:chOff x="7187492" y="801429"/>
            <a:chExt cx="4353926" cy="1340742"/>
          </a:xfrm>
        </p:grpSpPr>
        <p:sp>
          <p:nvSpPr>
            <p:cNvPr id="35" name="文本框 34"/>
            <p:cNvSpPr txBox="1"/>
            <p:nvPr/>
          </p:nvSpPr>
          <p:spPr>
            <a:xfrm>
              <a:off x="7187492" y="801429"/>
              <a:ext cx="4353926" cy="1340742"/>
            </a:xfrm>
            <a:prstGeom prst="roundRect">
              <a:avLst/>
            </a:prstGeom>
            <a:solidFill>
              <a:srgbClr val="CF3138"/>
            </a:solidFill>
          </p:spPr>
          <p:txBody>
            <a:bodyPr wrap="square">
              <a:spAutoFit/>
            </a:bodyPr>
            <a:lstStyle>
              <a:defPPr>
                <a:defRPr lang="zh-CN"/>
              </a:defPPr>
              <a:lvl1pPr marR="0" lvl="0" indent="0" defTabSz="913765" fontAlgn="auto">
                <a:lnSpc>
                  <a:spcPct val="100000"/>
                </a:lnSpc>
                <a:spcBef>
                  <a:spcPts val="0"/>
                </a:spcBef>
                <a:spcAft>
                  <a:spcPts val="0"/>
                </a:spcAft>
                <a:buClrTx/>
                <a:buSzPct val="25000"/>
                <a:buFontTx/>
                <a:buNone/>
                <a:defRPr kumimoji="0" sz="6000" b="1" i="0" u="none" strike="noStrike" cap="none" spc="0" normalizeH="0" baseline="0">
                  <a:ln>
                    <a:noFill/>
                  </a:ln>
                  <a:solidFill>
                    <a:srgbClr val="FFFFFF">
                      <a:alpha val="90000"/>
                    </a:srgbClr>
                  </a:solidFill>
                  <a:effectLst/>
                  <a:uLnTx/>
                  <a:uFillTx/>
                </a:defRPr>
              </a:lvl1pPr>
            </a:lstStyle>
            <a:p>
              <a:pPr marL="0" marR="0" lvl="0" indent="0" algn="l" defTabSz="913765" rtl="0" eaLnBrk="1" fontAlgn="auto" latinLnBrk="0" hangingPunct="1">
                <a:lnSpc>
                  <a:spcPct val="100000"/>
                </a:lnSpc>
                <a:spcBef>
                  <a:spcPts val="0"/>
                </a:spcBef>
                <a:spcAft>
                  <a:spcPts val="0"/>
                </a:spcAft>
                <a:buClrTx/>
                <a:buSzPct val="25000"/>
                <a:buFontTx/>
                <a:buNone/>
                <a:defRPr/>
              </a:pPr>
              <a:r>
                <a:rPr kumimoji="0" lang="en-US" altLang="zh-CN" sz="4800"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04</a:t>
              </a:r>
            </a:p>
          </p:txBody>
        </p:sp>
        <p:sp>
          <p:nvSpPr>
            <p:cNvPr id="36" name="文本框 35"/>
            <p:cNvSpPr txBox="1"/>
            <p:nvPr/>
          </p:nvSpPr>
          <p:spPr>
            <a:xfrm>
              <a:off x="8554986" y="1139074"/>
              <a:ext cx="1578383" cy="673236"/>
            </a:xfrm>
            <a:prstGeom prst="rect">
              <a:avLst/>
            </a:prstGeom>
            <a:noFill/>
          </p:spPr>
          <p:txBody>
            <a:bodyPr wrap="square" rtlCol="0">
              <a:spAutoFit/>
            </a:bodyPr>
            <a:lstStyle>
              <a:defPPr>
                <a:defRPr lang="zh-CN"/>
              </a:defPPr>
              <a:lvl1pPr>
                <a:defRPr kumimoji="0" sz="1400" b="1" i="0" u="none" strike="noStrike" cap="none" spc="0" normalizeH="0" baseline="0">
                  <a:ln>
                    <a:noFill/>
                  </a:ln>
                  <a:solidFill>
                    <a:srgbClr val="FFFFFF"/>
                  </a:solidFill>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400" b="1" dirty="0">
                  <a:latin typeface="微软雅黑" panose="020B0503020204020204" pitchFamily="34" charset="-122"/>
                  <a:ea typeface="微软雅黑" panose="020B0503020204020204" pitchFamily="34" charset="-122"/>
                </a:rPr>
                <a:t>解决方案</a:t>
              </a:r>
              <a:endParaRPr kumimoji="0" lang="en-US" altLang="zh-CN" sz="18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grpSp>
      <p:sp>
        <p:nvSpPr>
          <p:cNvPr id="38" name="文本占位符 46"/>
          <p:cNvSpPr txBox="1"/>
          <p:nvPr/>
        </p:nvSpPr>
        <p:spPr>
          <a:xfrm>
            <a:off x="1185243" y="4916945"/>
            <a:ext cx="4113213" cy="841064"/>
          </a:xfrm>
          <a:prstGeom prst="rect">
            <a:avLst/>
          </a:prstGeom>
          <a:solidFill>
            <a:schemeClr val="bg1">
              <a:lumMod val="95000"/>
            </a:schemeClr>
          </a:solidFill>
        </p:spPr>
        <p:txBody>
          <a:bodyPr vert="horz" wrap="square" lIns="91440" tIns="45720" rIns="91440" bIns="4572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0" lang="zh-CN" altLang="en-US" sz="1400" b="1" i="0" u="none" strike="noStrike" kern="1200" cap="none" spc="0" normalizeH="0" baseline="0" dirty="0" smtClean="0">
                <a:ln>
                  <a:noFill/>
                </a:ln>
                <a:solidFill>
                  <a:schemeClr val="tx2">
                    <a:lumMod val="60000"/>
                    <a:lumOff val="40000"/>
                  </a:schemeClr>
                </a:solidFill>
                <a:effectLst/>
                <a:uLnTx/>
                <a:uFillTx/>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en-US" altLang="zh-CN" sz="1680" b="1" i="0" u="none" strike="noStrike" kern="1200" cap="none" spc="0" normalizeH="0" baseline="0" noProof="0" dirty="0">
                <a:ln>
                  <a:noFill/>
                </a:ln>
                <a:solidFill>
                  <a:srgbClr val="474C50">
                    <a:lumMod val="60000"/>
                    <a:lumOff val="40000"/>
                  </a:srgbClr>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Lesson Learn</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2800" b="1" i="0" u="none" strike="noStrike" kern="1200" cap="none" spc="0" normalizeH="0" baseline="0" noProof="0" dirty="0">
                <a:ln>
                  <a:noFill/>
                </a:ln>
                <a:solidFill>
                  <a:srgbClr val="474C50">
                    <a:lumMod val="60000"/>
                    <a:lumOff val="40000"/>
                  </a:srgbClr>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案例总结</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3" name="矩形 2"/>
          <p:cNvSpPr/>
          <p:nvPr/>
        </p:nvSpPr>
        <p:spPr>
          <a:xfrm>
            <a:off x="2602523" y="2708031"/>
            <a:ext cx="6978162" cy="72096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4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01 </a:t>
            </a:r>
            <a:r>
              <a:rPr kumimoji="0" lang="zh-CN" altLang="en-US" sz="4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关键字</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417443" y="178904"/>
            <a:ext cx="1146468" cy="461665"/>
          </a:xfrm>
          <a:prstGeom prst="rect">
            <a:avLst/>
          </a:prstGeom>
          <a:noFill/>
        </p:spPr>
        <p:txBody>
          <a:bodyPr wrap="none" rtlCol="0">
            <a:spAutoFit/>
          </a:bodyPr>
          <a:lstStyle/>
          <a:p>
            <a:r>
              <a:rPr lang="zh-CN" altLang="en-US" sz="2400" b="1" spc="100" dirty="0">
                <a:latin typeface="微软雅黑" panose="020B0503020204020204" pitchFamily="34" charset="-122"/>
                <a:ea typeface="微软雅黑" panose="020B0503020204020204" pitchFamily="34" charset="-122"/>
              </a:rPr>
              <a:t>关键字</a:t>
            </a:r>
          </a:p>
        </p:txBody>
      </p:sp>
      <p:sp>
        <p:nvSpPr>
          <p:cNvPr id="5" name="文本框 4"/>
          <p:cNvSpPr txBox="1"/>
          <p:nvPr/>
        </p:nvSpPr>
        <p:spPr>
          <a:xfrm>
            <a:off x="346229" y="934278"/>
            <a:ext cx="11505460" cy="2569573"/>
          </a:xfrm>
          <a:prstGeom prst="rect">
            <a:avLst/>
          </a:prstGeom>
          <a:noFill/>
        </p:spPr>
        <p:txBody>
          <a:bodyPr wrap="square" rtlCol="0">
            <a:noAutofit/>
          </a:bodyPr>
          <a:lstStyle/>
          <a:p>
            <a:pPr>
              <a:lnSpc>
                <a:spcPct val="150000"/>
              </a:lnSpc>
            </a:pPr>
            <a:r>
              <a:rPr lang="zh-CN" altLang="en-US" sz="1600">
                <a:latin typeface="微软雅黑" panose="020B0503020204020204" pitchFamily="34" charset="-122"/>
                <a:ea typeface="微软雅黑" panose="020B0503020204020204" pitchFamily="34" charset="-122"/>
              </a:rPr>
              <a:t>关键字：</a:t>
            </a:r>
            <a:r>
              <a:rPr lang="zh-CN" altLang="en-US" sz="1600" dirty="0">
                <a:latin typeface="微软雅黑" panose="020B0503020204020204" pitchFamily="34" charset="-122"/>
                <a:ea typeface="微软雅黑" panose="020B0503020204020204" pitchFamily="34" charset="-122"/>
              </a:rPr>
              <a:t>视频框架</a:t>
            </a:r>
            <a:r>
              <a:rPr lang="en-US" altLang="zh-CN" sz="1600">
                <a:latin typeface="微软雅黑" panose="020B0503020204020204" pitchFamily="34" charset="-122"/>
                <a:ea typeface="微软雅黑" panose="020B0503020204020204" pitchFamily="34" charset="-122"/>
              </a:rPr>
              <a:t> CTS</a:t>
            </a:r>
            <a:r>
              <a:rPr lang="zh-CN" altLang="en-US" sz="1600">
                <a:latin typeface="微软雅黑" panose="020B0503020204020204" pitchFamily="34" charset="-122"/>
                <a:ea typeface="微软雅黑" panose="020B0503020204020204" pitchFamily="34" charset="-122"/>
              </a:rPr>
              <a:t> 快速调试</a:t>
            </a:r>
            <a:endParaRPr lang="en-US" altLang="zh-CN" sz="1600" dirty="0">
              <a:latin typeface="微软雅黑" panose="020B0503020204020204" pitchFamily="34" charset="-122"/>
              <a:ea typeface="微软雅黑" panose="020B0503020204020204" pitchFamily="34" charset="-122"/>
            </a:endParaRPr>
          </a:p>
          <a:p>
            <a:pPr>
              <a:lnSpc>
                <a:spcPct val="150000"/>
              </a:lnSpc>
            </a:pPr>
            <a:r>
              <a:rPr lang="zh-CN" altLang="en-US" sz="1600" dirty="0">
                <a:latin typeface="微软雅黑" panose="020B0503020204020204" pitchFamily="34" charset="-122"/>
                <a:ea typeface="微软雅黑" panose="020B0503020204020204" pitchFamily="34" charset="-122"/>
              </a:rPr>
              <a:t>关联领域</a:t>
            </a:r>
            <a:r>
              <a:rPr lang="zh-CN" altLang="en-US" sz="1600">
                <a:latin typeface="微软雅黑" panose="020B0503020204020204" pitchFamily="34" charset="-122"/>
                <a:ea typeface="微软雅黑" panose="020B0503020204020204" pitchFamily="34" charset="-122"/>
              </a:rPr>
              <a:t>： 软件 多媒体 视频框架</a:t>
            </a:r>
            <a:endParaRPr lang="en-US" altLang="zh-CN" sz="1600" dirty="0">
              <a:latin typeface="微软雅黑" panose="020B0503020204020204" pitchFamily="34" charset="-122"/>
              <a:ea typeface="微软雅黑" panose="020B0503020204020204" pitchFamily="34" charset="-122"/>
            </a:endParaRPr>
          </a:p>
          <a:p>
            <a:pPr>
              <a:lnSpc>
                <a:spcPct val="150000"/>
              </a:lnSpc>
            </a:pPr>
            <a:endParaRPr lang="en-US" altLang="zh-CN" sz="1600" dirty="0">
              <a:solidFill>
                <a:schemeClr val="bg1">
                  <a:lumMod val="65000"/>
                </a:schemeClr>
              </a:solidFill>
              <a:latin typeface="微软雅黑" panose="020B0503020204020204" pitchFamily="34" charset="-122"/>
              <a:ea typeface="微软雅黑" panose="020B0503020204020204" pitchFamily="34" charset="-122"/>
            </a:endParaRPr>
          </a:p>
          <a:p>
            <a:pPr>
              <a:lnSpc>
                <a:spcPct val="150000"/>
              </a:lnSpc>
            </a:pPr>
            <a:r>
              <a:rPr lang="zh-CN" altLang="en-US" sz="1600" dirty="0">
                <a:latin typeface="微软雅黑" panose="020B0503020204020204" pitchFamily="34" charset="-122"/>
                <a:ea typeface="微软雅黑" panose="020B0503020204020204" pitchFamily="34" charset="-122"/>
                <a:sym typeface="Wingdings" panose="05000000000000000000" pitchFamily="2" charset="2"/>
              </a:rPr>
              <a:t>概述</a:t>
            </a:r>
            <a:r>
              <a:rPr lang="zh-CN" altLang="en-US" sz="1600">
                <a:latin typeface="微软雅黑" panose="020B0503020204020204" pitchFamily="34" charset="-122"/>
                <a:ea typeface="微软雅黑" panose="020B0503020204020204" pitchFamily="34" charset="-122"/>
                <a:sym typeface="Wingdings" panose="05000000000000000000" pitchFamily="2" charset="2"/>
              </a:rPr>
              <a:t>：</a:t>
            </a:r>
            <a:endParaRPr lang="en-US" altLang="zh-CN" sz="1600">
              <a:latin typeface="微软雅黑" panose="020B0503020204020204" pitchFamily="34" charset="-122"/>
              <a:ea typeface="微软雅黑" panose="020B0503020204020204" pitchFamily="34" charset="-122"/>
              <a:sym typeface="Wingdings" panose="05000000000000000000" pitchFamily="2" charset="2"/>
            </a:endParaRPr>
          </a:p>
          <a:p>
            <a:pPr>
              <a:lnSpc>
                <a:spcPct val="150000"/>
              </a:lnSpc>
            </a:pPr>
            <a:r>
              <a:rPr lang="en-US" altLang="zh-CN" sz="1600">
                <a:latin typeface="微软雅黑" panose="020B0503020204020204" pitchFamily="34" charset="-122"/>
                <a:ea typeface="微软雅黑" panose="020B0503020204020204" pitchFamily="34" charset="-122"/>
                <a:sym typeface="Wingdings" panose="05000000000000000000" pitchFamily="2" charset="2"/>
              </a:rPr>
              <a:t>1.</a:t>
            </a:r>
            <a:r>
              <a:rPr lang="zh-CN" altLang="en-US" sz="1600">
                <a:latin typeface="微软雅黑" panose="020B0503020204020204" pitchFamily="34" charset="-122"/>
                <a:ea typeface="微软雅黑" panose="020B0503020204020204" pitchFamily="34" charset="-122"/>
                <a:sym typeface="Wingdings" panose="05000000000000000000" pitchFamily="2" charset="2"/>
              </a:rPr>
              <a:t>解码器的性能点配置不满足谷歌的</a:t>
            </a:r>
            <a:r>
              <a:rPr lang="en-US" altLang="zh-CN" sz="1600">
                <a:latin typeface="微软雅黑" panose="020B0503020204020204" pitchFamily="34" charset="-122"/>
                <a:ea typeface="微软雅黑" panose="020B0503020204020204" pitchFamily="34" charset="-122"/>
                <a:sym typeface="Wingdings" panose="05000000000000000000" pitchFamily="2" charset="2"/>
              </a:rPr>
              <a:t>CTS</a:t>
            </a:r>
            <a:r>
              <a:rPr lang="zh-CN" altLang="en-US" sz="1600">
                <a:latin typeface="微软雅黑" panose="020B0503020204020204" pitchFamily="34" charset="-122"/>
                <a:ea typeface="微软雅黑" panose="020B0503020204020204" pitchFamily="34" charset="-122"/>
                <a:sym typeface="Wingdings" panose="05000000000000000000" pitchFamily="2" charset="2"/>
              </a:rPr>
              <a:t>要求，导致测试</a:t>
            </a:r>
            <a:r>
              <a:rPr lang="en-US" altLang="zh-CN" sz="1600">
                <a:latin typeface="微软雅黑" panose="020B0503020204020204" pitchFamily="34" charset="-122"/>
                <a:ea typeface="微软雅黑" panose="020B0503020204020204" pitchFamily="34" charset="-122"/>
                <a:sym typeface="Wingdings" panose="05000000000000000000" pitchFamily="2" charset="2"/>
              </a:rPr>
              <a:t>fail</a:t>
            </a:r>
            <a:r>
              <a:rPr lang="zh-CN" altLang="en-US" sz="1600">
                <a:latin typeface="微软雅黑" panose="020B0503020204020204" pitchFamily="34" charset="-122"/>
                <a:ea typeface="微软雅黑" panose="020B0503020204020204" pitchFamily="34" charset="-122"/>
                <a:sym typeface="Wingdings" panose="05000000000000000000" pitchFamily="2" charset="2"/>
              </a:rPr>
              <a:t>。</a:t>
            </a:r>
            <a:endParaRPr lang="en-US" altLang="zh-CN" sz="1600">
              <a:latin typeface="微软雅黑" panose="020B0503020204020204" pitchFamily="34" charset="-122"/>
              <a:ea typeface="微软雅黑" panose="020B0503020204020204" pitchFamily="34" charset="-122"/>
              <a:sym typeface="Wingdings" panose="05000000000000000000" pitchFamily="2" charset="2"/>
            </a:endParaRPr>
          </a:p>
          <a:p>
            <a:pPr>
              <a:lnSpc>
                <a:spcPct val="150000"/>
              </a:lnSpc>
            </a:pPr>
            <a:r>
              <a:rPr lang="en-US" altLang="zh-CN" sz="1600">
                <a:latin typeface="微软雅黑" panose="020B0503020204020204" pitchFamily="34" charset="-122"/>
                <a:ea typeface="微软雅黑" panose="020B0503020204020204" pitchFamily="34" charset="-122"/>
                <a:sym typeface="Wingdings" panose="05000000000000000000" pitchFamily="2" charset="2"/>
              </a:rPr>
              <a:t>2.</a:t>
            </a:r>
            <a:r>
              <a:rPr lang="zh-CN" altLang="en-US" sz="1600">
                <a:latin typeface="微软雅黑" panose="020B0503020204020204" pitchFamily="34" charset="-122"/>
                <a:ea typeface="微软雅黑" panose="020B0503020204020204" pitchFamily="34" charset="-122"/>
                <a:sym typeface="Wingdings" panose="05000000000000000000" pitchFamily="2" charset="2"/>
              </a:rPr>
              <a:t>设备内存不足导致同时创建多个解码器失败，</a:t>
            </a:r>
            <a:r>
              <a:rPr lang="en-US" altLang="zh-CN" sz="1600">
                <a:latin typeface="微软雅黑" panose="020B0503020204020204" pitchFamily="34" charset="-122"/>
                <a:ea typeface="微软雅黑" panose="020B0503020204020204" pitchFamily="34" charset="-122"/>
                <a:sym typeface="Wingdings" panose="05000000000000000000" pitchFamily="2" charset="2"/>
              </a:rPr>
              <a:t>CTS</a:t>
            </a:r>
            <a:r>
              <a:rPr lang="zh-CN" altLang="en-US" sz="1600">
                <a:latin typeface="微软雅黑" panose="020B0503020204020204" pitchFamily="34" charset="-122"/>
                <a:ea typeface="微软雅黑" panose="020B0503020204020204" pitchFamily="34" charset="-122"/>
                <a:sym typeface="Wingdings" panose="05000000000000000000" pitchFamily="2" charset="2"/>
              </a:rPr>
              <a:t>测试</a:t>
            </a:r>
            <a:r>
              <a:rPr lang="en-US" altLang="zh-CN" sz="1600">
                <a:latin typeface="微软雅黑" panose="020B0503020204020204" pitchFamily="34" charset="-122"/>
                <a:ea typeface="微软雅黑" panose="020B0503020204020204" pitchFamily="34" charset="-122"/>
                <a:sym typeface="Wingdings" panose="05000000000000000000" pitchFamily="2" charset="2"/>
              </a:rPr>
              <a:t>fail</a:t>
            </a:r>
            <a:r>
              <a:rPr lang="zh-CN" altLang="en-US" sz="1600">
                <a:latin typeface="微软雅黑" panose="020B0503020204020204" pitchFamily="34" charset="-122"/>
                <a:ea typeface="微软雅黑" panose="020B0503020204020204" pitchFamily="34" charset="-122"/>
                <a:sym typeface="Wingdings" panose="05000000000000000000" pitchFamily="2" charset="2"/>
              </a:rPr>
              <a:t>。</a:t>
            </a:r>
            <a:endParaRPr lang="en-US" altLang="zh-CN" sz="1600" dirty="0">
              <a:latin typeface="微软雅黑" panose="020B0503020204020204" pitchFamily="34" charset="-122"/>
              <a:ea typeface="微软雅黑" panose="020B0503020204020204" pitchFamily="34" charset="-122"/>
              <a:sym typeface="Wingdings" panose="05000000000000000000" pitchFamily="2" charset="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4" name="矩形 3"/>
          <p:cNvSpPr/>
          <p:nvPr/>
        </p:nvSpPr>
        <p:spPr>
          <a:xfrm>
            <a:off x="2602523" y="2708031"/>
            <a:ext cx="6978162" cy="72096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4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02 </a:t>
            </a:r>
            <a:r>
              <a:rPr kumimoji="0" lang="zh-CN" altLang="en-US" sz="4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问题描述</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25514" y="809231"/>
            <a:ext cx="11540971" cy="614968"/>
          </a:xfrm>
          <a:prstGeom prst="rect">
            <a:avLst/>
          </a:prstGeom>
        </p:spPr>
        <p:txBody>
          <a:bodyPr wrap="square">
            <a:noAutofit/>
          </a:bodyPr>
          <a:lstStyle/>
          <a:p>
            <a:pPr>
              <a:lnSpc>
                <a:spcPct val="150000"/>
              </a:lnSpc>
            </a:pPr>
            <a:r>
              <a:rPr lang="zh-CN" altLang="en-US" sz="1600" b="1">
                <a:latin typeface="微软雅黑" panose="020B0503020204020204" pitchFamily="34" charset="-122"/>
                <a:ea typeface="微软雅黑" panose="020B0503020204020204" pitchFamily="34" charset="-122"/>
              </a:rPr>
              <a:t>背景</a:t>
            </a:r>
            <a:r>
              <a:rPr lang="zh-CN" altLang="en-US" sz="1600" b="1" dirty="0">
                <a:latin typeface="微软雅黑" panose="020B0503020204020204" pitchFamily="34" charset="-122"/>
                <a:ea typeface="微软雅黑" panose="020B0503020204020204" pitchFamily="34" charset="-122"/>
              </a:rPr>
              <a:t>（</a:t>
            </a:r>
            <a:r>
              <a:rPr lang="en-US" altLang="zh-CN" sz="1600" b="1" dirty="0">
                <a:latin typeface="微软雅黑" panose="020B0503020204020204" pitchFamily="34" charset="-122"/>
                <a:ea typeface="微软雅黑" panose="020B0503020204020204" pitchFamily="34" charset="-122"/>
              </a:rPr>
              <a:t>Situation</a:t>
            </a:r>
            <a:r>
              <a:rPr lang="zh-CN" altLang="en-US" sz="1600" b="1" dirty="0">
                <a:latin typeface="微软雅黑" panose="020B0503020204020204" pitchFamily="34" charset="-122"/>
                <a:ea typeface="微软雅黑" panose="020B0503020204020204" pitchFamily="34" charset="-122"/>
              </a:rPr>
              <a:t>）</a:t>
            </a:r>
          </a:p>
        </p:txBody>
      </p:sp>
      <p:sp>
        <p:nvSpPr>
          <p:cNvPr id="3" name="文本框 2"/>
          <p:cNvSpPr txBox="1"/>
          <p:nvPr/>
        </p:nvSpPr>
        <p:spPr>
          <a:xfrm>
            <a:off x="417443" y="178904"/>
            <a:ext cx="1467068" cy="461665"/>
          </a:xfrm>
          <a:prstGeom prst="rect">
            <a:avLst/>
          </a:prstGeom>
          <a:noFill/>
        </p:spPr>
        <p:txBody>
          <a:bodyPr wrap="none" rtlCol="0">
            <a:spAutoFit/>
          </a:bodyPr>
          <a:lstStyle/>
          <a:p>
            <a:r>
              <a:rPr lang="zh-CN" altLang="en-US" sz="2400" b="1" spc="100" dirty="0">
                <a:latin typeface="微软雅黑" panose="020B0503020204020204" pitchFamily="34" charset="-122"/>
                <a:ea typeface="微软雅黑" panose="020B0503020204020204" pitchFamily="34" charset="-122"/>
              </a:rPr>
              <a:t>问题描述</a:t>
            </a:r>
          </a:p>
        </p:txBody>
      </p:sp>
      <p:sp>
        <p:nvSpPr>
          <p:cNvPr id="4" name="文本框 3">
            <a:extLst>
              <a:ext uri="{FF2B5EF4-FFF2-40B4-BE49-F238E27FC236}">
                <a16:creationId xmlns:a16="http://schemas.microsoft.com/office/drawing/2014/main" id="{AB5ED9F6-FB96-DDED-D84F-3CE2E2839037}"/>
              </a:ext>
            </a:extLst>
          </p:cNvPr>
          <p:cNvSpPr txBox="1"/>
          <p:nvPr/>
        </p:nvSpPr>
        <p:spPr>
          <a:xfrm>
            <a:off x="371478" y="2674897"/>
            <a:ext cx="11449042" cy="2031325"/>
          </a:xfrm>
          <a:prstGeom prst="rect">
            <a:avLst/>
          </a:prstGeom>
          <a:noFill/>
        </p:spPr>
        <p:txBody>
          <a:bodyPr wrap="square" rtlCol="0">
            <a:spAutoFit/>
          </a:bodyPr>
          <a:lstStyle/>
          <a:p>
            <a:r>
              <a:rPr lang="zh-CN" altLang="en-US"/>
              <a:t>问题一：</a:t>
            </a:r>
            <a:r>
              <a:rPr lang="en" altLang="zh-CN"/>
              <a:t>CtsMediaMiscTestCases_android.media.misc.cts.MediaCodecListTest#testAllHardwareAcceleratedVideoCodecsPublishPerformancePoints</a:t>
            </a:r>
            <a:r>
              <a:rPr lang="zh-CN" altLang="en-US"/>
              <a:t> </a:t>
            </a:r>
            <a:r>
              <a:rPr lang="en-US" altLang="zh-CN"/>
              <a:t>fail</a:t>
            </a:r>
          </a:p>
          <a:p>
            <a:endParaRPr lang="en-US" altLang="zh-CN"/>
          </a:p>
          <a:p>
            <a:r>
              <a:rPr lang="zh-CN" altLang="en-US"/>
              <a:t>问题二：</a:t>
            </a:r>
            <a:endParaRPr lang="en-US" altLang="zh-CN"/>
          </a:p>
          <a:p>
            <a:r>
              <a:rPr lang="en" altLang="zh-CN"/>
              <a:t>CtsMediaMiscTestCases</a:t>
            </a:r>
            <a:r>
              <a:rPr lang="en-US" altLang="zh-CN"/>
              <a:t>_</a:t>
            </a:r>
            <a:r>
              <a:rPr lang="en" altLang="zh-CN"/>
              <a:t> android.media.misc.cts.ResourceManagerMultiTest#testCodecImportanceReclaimResource</a:t>
            </a:r>
            <a:r>
              <a:rPr lang="zh-CN" altLang="en-US"/>
              <a:t> </a:t>
            </a:r>
            <a:r>
              <a:rPr lang="en" altLang="zh-CN"/>
              <a:t>[58_c2.mtk.heif.encoder_image/vnd.android.heic_16368_16368] fail</a:t>
            </a:r>
            <a:endParaRPr lang="en-US" altLang="zh-CN"/>
          </a:p>
        </p:txBody>
      </p:sp>
      <p:sp>
        <p:nvSpPr>
          <p:cNvPr id="6" name="文本框 5">
            <a:extLst>
              <a:ext uri="{FF2B5EF4-FFF2-40B4-BE49-F238E27FC236}">
                <a16:creationId xmlns:a16="http://schemas.microsoft.com/office/drawing/2014/main" id="{7FC2647F-A3B6-9BD4-65D1-6AD9AC72D5AA}"/>
              </a:ext>
            </a:extLst>
          </p:cNvPr>
          <p:cNvSpPr txBox="1"/>
          <p:nvPr/>
        </p:nvSpPr>
        <p:spPr>
          <a:xfrm>
            <a:off x="417443" y="1469016"/>
            <a:ext cx="11449042" cy="923330"/>
          </a:xfrm>
          <a:prstGeom prst="rect">
            <a:avLst/>
          </a:prstGeom>
          <a:noFill/>
        </p:spPr>
        <p:txBody>
          <a:bodyPr wrap="square">
            <a:spAutoFit/>
          </a:bodyPr>
          <a:lstStyle/>
          <a:p>
            <a:r>
              <a:rPr lang="en" altLang="zh-CN" b="0" i="0">
                <a:solidFill>
                  <a:srgbClr val="0F1115"/>
                </a:solidFill>
                <a:effectLst/>
                <a:latin typeface="quote-cjk-patch"/>
              </a:rPr>
              <a:t>Google CTS</a:t>
            </a:r>
            <a:r>
              <a:rPr lang="zh-CN" altLang="en" b="0" i="0">
                <a:solidFill>
                  <a:srgbClr val="0F1115"/>
                </a:solidFill>
                <a:effectLst/>
                <a:latin typeface="quote-cjk-patch"/>
              </a:rPr>
              <a:t>（</a:t>
            </a:r>
            <a:r>
              <a:rPr lang="zh-CN" altLang="en-US" b="0" i="0">
                <a:solidFill>
                  <a:srgbClr val="0F1115"/>
                </a:solidFill>
                <a:effectLst/>
                <a:latin typeface="quote-cjk-patch"/>
              </a:rPr>
              <a:t>兼容性测试套件）是一套由谷歌官方提供的自动化测试标准，任何想要预装</a:t>
            </a:r>
            <a:r>
              <a:rPr lang="en" altLang="zh-CN" b="0" i="0">
                <a:solidFill>
                  <a:srgbClr val="0F1115"/>
                </a:solidFill>
                <a:effectLst/>
                <a:latin typeface="quote-cjk-patch"/>
              </a:rPr>
              <a:t>Google</a:t>
            </a:r>
            <a:r>
              <a:rPr lang="zh-CN" altLang="en-US" b="0" i="0">
                <a:solidFill>
                  <a:srgbClr val="0F1115"/>
                </a:solidFill>
                <a:effectLst/>
                <a:latin typeface="quote-cjk-patch"/>
              </a:rPr>
              <a:t>移动服务（如</a:t>
            </a:r>
            <a:r>
              <a:rPr lang="en" altLang="zh-CN" b="0" i="0">
                <a:solidFill>
                  <a:srgbClr val="0F1115"/>
                </a:solidFill>
                <a:effectLst/>
                <a:latin typeface="quote-cjk-patch"/>
              </a:rPr>
              <a:t>Play</a:t>
            </a:r>
            <a:r>
              <a:rPr lang="zh-CN" altLang="en-US" b="0" i="0">
                <a:solidFill>
                  <a:srgbClr val="0F1115"/>
                </a:solidFill>
                <a:effectLst/>
                <a:latin typeface="quote-cjk-patch"/>
              </a:rPr>
              <a:t>商店）的</a:t>
            </a:r>
            <a:r>
              <a:rPr lang="en" altLang="zh-CN" b="0" i="0">
                <a:solidFill>
                  <a:srgbClr val="0F1115"/>
                </a:solidFill>
                <a:effectLst/>
                <a:latin typeface="quote-cjk-patch"/>
              </a:rPr>
              <a:t>Android</a:t>
            </a:r>
            <a:r>
              <a:rPr lang="zh-CN" altLang="en-US" b="0" i="0">
                <a:solidFill>
                  <a:srgbClr val="0F1115"/>
                </a:solidFill>
                <a:effectLst/>
                <a:latin typeface="quote-cjk-patch"/>
              </a:rPr>
              <a:t>设备都必须通过该项测试，以确保其硬件和系统</a:t>
            </a:r>
            <a:r>
              <a:rPr lang="en" altLang="zh-CN" b="0" i="0">
                <a:solidFill>
                  <a:srgbClr val="0F1115"/>
                </a:solidFill>
                <a:effectLst/>
                <a:latin typeface="quote-cjk-patch"/>
              </a:rPr>
              <a:t>API</a:t>
            </a:r>
            <a:r>
              <a:rPr lang="zh-CN" altLang="en-US" b="0" i="0">
                <a:solidFill>
                  <a:srgbClr val="0F1115"/>
                </a:solidFill>
                <a:effectLst/>
                <a:latin typeface="quote-cjk-patch"/>
              </a:rPr>
              <a:t>完全符合</a:t>
            </a:r>
            <a:r>
              <a:rPr lang="en" altLang="zh-CN" b="0" i="0">
                <a:solidFill>
                  <a:srgbClr val="0F1115"/>
                </a:solidFill>
                <a:effectLst/>
                <a:latin typeface="quote-cjk-patch"/>
              </a:rPr>
              <a:t>Android</a:t>
            </a:r>
            <a:r>
              <a:rPr lang="zh-CN" altLang="en-US" b="0" i="0">
                <a:solidFill>
                  <a:srgbClr val="0F1115"/>
                </a:solidFill>
                <a:effectLst/>
                <a:latin typeface="quote-cjk-patch"/>
              </a:rPr>
              <a:t>兼容性规范，从而保障应用在不同设备上的一致运行和生态系统的统一性。</a:t>
            </a:r>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矩形 1"/>
          <p:cNvSpPr/>
          <p:nvPr/>
        </p:nvSpPr>
        <p:spPr>
          <a:xfrm>
            <a:off x="2602523" y="2708031"/>
            <a:ext cx="6978162" cy="72096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4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03 </a:t>
            </a:r>
            <a:r>
              <a:rPr kumimoji="0" lang="zh-CN" altLang="en-US" sz="4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分析过程</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1B4614F1-288C-E26A-A87A-C41DFD1E0A31}"/>
              </a:ext>
            </a:extLst>
          </p:cNvPr>
          <p:cNvSpPr txBox="1"/>
          <p:nvPr/>
        </p:nvSpPr>
        <p:spPr>
          <a:xfrm>
            <a:off x="417443" y="178904"/>
            <a:ext cx="3693640"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400" b="1" spc="100">
                <a:solidFill>
                  <a:prstClr val="black"/>
                </a:solidFill>
                <a:latin typeface="微软雅黑" panose="020B0503020204020204" pitchFamily="34" charset="-122"/>
                <a:ea typeface="微软雅黑" panose="020B0503020204020204" pitchFamily="34" charset="-122"/>
              </a:rPr>
              <a:t>问题分析之</a:t>
            </a:r>
            <a:r>
              <a:rPr lang="en-US" altLang="zh-CN" sz="2400" b="1" spc="100">
                <a:solidFill>
                  <a:prstClr val="black"/>
                </a:solidFill>
                <a:latin typeface="微软雅黑" panose="020B0503020204020204" pitchFamily="34" charset="-122"/>
                <a:ea typeface="微软雅黑" panose="020B0503020204020204" pitchFamily="34" charset="-122"/>
              </a:rPr>
              <a:t>CTS</a:t>
            </a:r>
            <a:r>
              <a:rPr lang="zh-CN" altLang="en-US" sz="2400" b="1" spc="100">
                <a:solidFill>
                  <a:prstClr val="black"/>
                </a:solidFill>
                <a:latin typeface="微软雅黑" panose="020B0503020204020204" pitchFamily="34" charset="-122"/>
                <a:ea typeface="微软雅黑" panose="020B0503020204020204" pitchFamily="34" charset="-122"/>
              </a:rPr>
              <a:t>快速调试</a:t>
            </a:r>
            <a:endParaRPr kumimoji="0" lang="zh-CN" altLang="en-US" sz="2400" b="1" i="0" u="none" strike="noStrike" kern="1200" cap="none" spc="10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2" name="文本框 1">
            <a:extLst>
              <a:ext uri="{FF2B5EF4-FFF2-40B4-BE49-F238E27FC236}">
                <a16:creationId xmlns:a16="http://schemas.microsoft.com/office/drawing/2014/main" id="{93D5D47A-C013-051B-D640-ED3CB29B4E8A}"/>
              </a:ext>
            </a:extLst>
          </p:cNvPr>
          <p:cNvSpPr txBox="1"/>
          <p:nvPr/>
        </p:nvSpPr>
        <p:spPr>
          <a:xfrm>
            <a:off x="417443" y="775606"/>
            <a:ext cx="4336444" cy="369332"/>
          </a:xfrm>
          <a:prstGeom prst="rect">
            <a:avLst/>
          </a:prstGeom>
          <a:noFill/>
        </p:spPr>
        <p:txBody>
          <a:bodyPr wrap="none" rtlCol="0">
            <a:spAutoFit/>
          </a:bodyPr>
          <a:lstStyle/>
          <a:p>
            <a:r>
              <a:rPr kumimoji="1" lang="zh-CN" altLang="en-US"/>
              <a:t>媒体类</a:t>
            </a:r>
            <a:r>
              <a:rPr kumimoji="1" lang="en-US" altLang="zh-CN"/>
              <a:t>CTS</a:t>
            </a:r>
            <a:r>
              <a:rPr kumimoji="1" lang="zh-CN" altLang="en-US"/>
              <a:t>源码本地快速调试前置条件：</a:t>
            </a:r>
          </a:p>
        </p:txBody>
      </p:sp>
      <p:sp>
        <p:nvSpPr>
          <p:cNvPr id="4" name="文本框 3">
            <a:extLst>
              <a:ext uri="{FF2B5EF4-FFF2-40B4-BE49-F238E27FC236}">
                <a16:creationId xmlns:a16="http://schemas.microsoft.com/office/drawing/2014/main" id="{24553DDC-10B0-F12D-8DE1-D1440FCBADC1}"/>
              </a:ext>
            </a:extLst>
          </p:cNvPr>
          <p:cNvSpPr txBox="1"/>
          <p:nvPr/>
        </p:nvSpPr>
        <p:spPr>
          <a:xfrm>
            <a:off x="581751" y="4565774"/>
            <a:ext cx="11362600" cy="1291379"/>
          </a:xfrm>
          <a:prstGeom prst="rect">
            <a:avLst/>
          </a:prstGeom>
          <a:noFill/>
        </p:spPr>
        <p:txBody>
          <a:bodyPr wrap="square">
            <a:spAutoFit/>
          </a:bodyPr>
          <a:lstStyle/>
          <a:p>
            <a:pPr>
              <a:lnSpc>
                <a:spcPct val="150000"/>
              </a:lnSpc>
            </a:pPr>
            <a:r>
              <a:rPr lang="en-US" altLang="zh-CN"/>
              <a:t>1.</a:t>
            </a:r>
            <a:r>
              <a:rPr lang="zh-CN" altLang="zh-CN"/>
              <a:t>若需要</a:t>
            </a:r>
            <a:r>
              <a:rPr lang="en-US" altLang="zh-CN"/>
              <a:t>push</a:t>
            </a:r>
            <a:r>
              <a:rPr lang="zh-CN" altLang="zh-CN"/>
              <a:t>媒体文件夹按下面方法操作，不用</a:t>
            </a:r>
            <a:r>
              <a:rPr lang="en-US" altLang="zh-CN"/>
              <a:t>push</a:t>
            </a:r>
            <a:r>
              <a:rPr lang="zh-CN" altLang="zh-CN"/>
              <a:t>测试资源的跳过</a:t>
            </a:r>
            <a:r>
              <a:rPr lang="zh-CN" altLang="en-US"/>
              <a:t>。</a:t>
            </a:r>
            <a:br>
              <a:rPr lang="en-US" altLang="zh-CN"/>
            </a:br>
            <a:r>
              <a:rPr lang="en-US" altLang="zh-CN"/>
              <a:t>2.</a:t>
            </a:r>
            <a:r>
              <a:rPr lang="zh-CN" altLang="zh-CN"/>
              <a:t>将</a:t>
            </a:r>
            <a:r>
              <a:rPr lang="en-US" altLang="zh-CN"/>
              <a:t>WorkDirBase.java</a:t>
            </a:r>
            <a:r>
              <a:rPr lang="zh-CN" altLang="zh-CN"/>
              <a:t>下的</a:t>
            </a:r>
            <a:r>
              <a:rPr lang="en-US" altLang="zh-CN"/>
              <a:t>getMediaDirString</a:t>
            </a:r>
            <a:r>
              <a:rPr lang="zh-CN" altLang="zh-CN"/>
              <a:t>中的</a:t>
            </a:r>
            <a:r>
              <a:rPr lang="en-US" altLang="zh-CN"/>
              <a:t>return</a:t>
            </a:r>
            <a:r>
              <a:rPr lang="zh-CN" altLang="zh-CN"/>
              <a:t>值</a:t>
            </a:r>
            <a:r>
              <a:rPr lang="zh-CN" altLang="en-US"/>
              <a:t>，这样</a:t>
            </a:r>
            <a:r>
              <a:rPr lang="en-US" altLang="zh-CN"/>
              <a:t>cts</a:t>
            </a:r>
            <a:r>
              <a:rPr lang="zh-CN" altLang="en-US"/>
              <a:t> </a:t>
            </a:r>
            <a:r>
              <a:rPr lang="en-US" altLang="zh-CN"/>
              <a:t>apk</a:t>
            </a:r>
            <a:r>
              <a:rPr lang="zh-CN" altLang="en-US"/>
              <a:t>就可以直接访问本地的测试文件了。</a:t>
            </a:r>
            <a:br>
              <a:rPr lang="en-US" altLang="zh-CN"/>
            </a:br>
            <a:r>
              <a:rPr lang="en-US" altLang="zh-CN"/>
              <a:t>3.</a:t>
            </a:r>
            <a:r>
              <a:rPr lang="zh-CN" altLang="zh-CN"/>
              <a:t>将资源文件的需要提前</a:t>
            </a:r>
            <a:r>
              <a:rPr lang="en-US" altLang="zh-CN"/>
              <a:t>push</a:t>
            </a:r>
            <a:r>
              <a:rPr lang="zh-CN" altLang="zh-CN"/>
              <a:t>到</a:t>
            </a:r>
            <a:r>
              <a:rPr lang="en-US" altLang="zh-CN"/>
              <a:t>/data/local/tmp/</a:t>
            </a:r>
            <a:r>
              <a:rPr lang="zh-CN" altLang="zh-CN"/>
              <a:t>，</a:t>
            </a:r>
            <a:r>
              <a:rPr lang="zh-CN" altLang="en-US"/>
              <a:t>测试文件夹名称</a:t>
            </a:r>
            <a:r>
              <a:rPr lang="zh-CN" altLang="zh-CN"/>
              <a:t>需要和模块源码中用到的名字一致 </a:t>
            </a:r>
            <a:endParaRPr lang="zh-CN" altLang="en-US"/>
          </a:p>
        </p:txBody>
      </p:sp>
      <p:pic>
        <p:nvPicPr>
          <p:cNvPr id="6" name="图片 5">
            <a:extLst>
              <a:ext uri="{FF2B5EF4-FFF2-40B4-BE49-F238E27FC236}">
                <a16:creationId xmlns:a16="http://schemas.microsoft.com/office/drawing/2014/main" id="{4C3C314A-2B60-E737-9DD9-B6D37B8DCED8}"/>
              </a:ext>
            </a:extLst>
          </p:cNvPr>
          <p:cNvPicPr>
            <a:picLocks noChangeAspect="1"/>
          </p:cNvPicPr>
          <p:nvPr/>
        </p:nvPicPr>
        <p:blipFill>
          <a:blip r:embed="rId2"/>
          <a:stretch>
            <a:fillRect/>
          </a:stretch>
        </p:blipFill>
        <p:spPr>
          <a:xfrm>
            <a:off x="581751" y="1391235"/>
            <a:ext cx="7772400" cy="2560848"/>
          </a:xfrm>
          <a:prstGeom prst="rect">
            <a:avLst/>
          </a:prstGeom>
        </p:spPr>
      </p:pic>
      <p:sp>
        <p:nvSpPr>
          <p:cNvPr id="8" name="文本框 7">
            <a:extLst>
              <a:ext uri="{FF2B5EF4-FFF2-40B4-BE49-F238E27FC236}">
                <a16:creationId xmlns:a16="http://schemas.microsoft.com/office/drawing/2014/main" id="{DBB8F0F0-3CF8-BE1D-B400-9FC44D551895}"/>
              </a:ext>
            </a:extLst>
          </p:cNvPr>
          <p:cNvSpPr txBox="1"/>
          <p:nvPr/>
        </p:nvSpPr>
        <p:spPr>
          <a:xfrm>
            <a:off x="5511529" y="3952083"/>
            <a:ext cx="6098720" cy="369332"/>
          </a:xfrm>
          <a:prstGeom prst="rect">
            <a:avLst/>
          </a:prstGeom>
          <a:noFill/>
        </p:spPr>
        <p:txBody>
          <a:bodyPr wrap="square">
            <a:spAutoFit/>
          </a:bodyPr>
          <a:lstStyle/>
          <a:p>
            <a:r>
              <a:rPr lang="en-US" altLang="zh-CN"/>
              <a:t>return  "/data/local/tmp/"+defaultFolderName+"/";</a:t>
            </a:r>
            <a:endParaRPr lang="zh-CN" altLang="en-US"/>
          </a:p>
        </p:txBody>
      </p:sp>
      <p:sp>
        <p:nvSpPr>
          <p:cNvPr id="9" name="圆角矩形 8">
            <a:extLst>
              <a:ext uri="{FF2B5EF4-FFF2-40B4-BE49-F238E27FC236}">
                <a16:creationId xmlns:a16="http://schemas.microsoft.com/office/drawing/2014/main" id="{79D9DE5F-5301-548D-A2F8-A7238BF3F452}"/>
              </a:ext>
            </a:extLst>
          </p:cNvPr>
          <p:cNvSpPr/>
          <p:nvPr/>
        </p:nvSpPr>
        <p:spPr>
          <a:xfrm>
            <a:off x="1191985" y="3380016"/>
            <a:ext cx="3690257" cy="249980"/>
          </a:xfrm>
          <a:prstGeom prst="roundRect">
            <a:avLst/>
          </a:prstGeom>
          <a:noFill/>
          <a:ln w="254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11" name="直线箭头连接符 10">
            <a:extLst>
              <a:ext uri="{FF2B5EF4-FFF2-40B4-BE49-F238E27FC236}">
                <a16:creationId xmlns:a16="http://schemas.microsoft.com/office/drawing/2014/main" id="{666C63D3-3DE1-5180-C50E-883FD51A2FC9}"/>
              </a:ext>
            </a:extLst>
          </p:cNvPr>
          <p:cNvCxnSpPr>
            <a:endCxn id="8" idx="1"/>
          </p:cNvCxnSpPr>
          <p:nvPr/>
        </p:nvCxnSpPr>
        <p:spPr>
          <a:xfrm>
            <a:off x="4882242" y="3505006"/>
            <a:ext cx="629287" cy="631743"/>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C3C791-EBB2-438E-4583-509433AA82A0}"/>
            </a:ext>
          </a:extLst>
        </p:cNvPr>
        <p:cNvGrpSpPr/>
        <p:nvPr/>
      </p:nvGrpSpPr>
      <p:grpSpPr>
        <a:xfrm>
          <a:off x="0" y="0"/>
          <a:ext cx="0" cy="0"/>
          <a:chOff x="0" y="0"/>
          <a:chExt cx="0" cy="0"/>
        </a:xfrm>
      </p:grpSpPr>
      <p:sp>
        <p:nvSpPr>
          <p:cNvPr id="5" name="文本框 4">
            <a:extLst>
              <a:ext uri="{FF2B5EF4-FFF2-40B4-BE49-F238E27FC236}">
                <a16:creationId xmlns:a16="http://schemas.microsoft.com/office/drawing/2014/main" id="{2372C357-1A55-7F22-4D6F-402C5365DC03}"/>
              </a:ext>
            </a:extLst>
          </p:cNvPr>
          <p:cNvSpPr txBox="1"/>
          <p:nvPr/>
        </p:nvSpPr>
        <p:spPr>
          <a:xfrm>
            <a:off x="417443" y="178904"/>
            <a:ext cx="3693640"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400" b="1" spc="100">
                <a:solidFill>
                  <a:prstClr val="black"/>
                </a:solidFill>
                <a:latin typeface="微软雅黑" panose="020B0503020204020204" pitchFamily="34" charset="-122"/>
                <a:ea typeface="微软雅黑" panose="020B0503020204020204" pitchFamily="34" charset="-122"/>
              </a:rPr>
              <a:t>问题分析之</a:t>
            </a:r>
            <a:r>
              <a:rPr lang="en-US" altLang="zh-CN" sz="2400" b="1" spc="100">
                <a:solidFill>
                  <a:prstClr val="black"/>
                </a:solidFill>
                <a:latin typeface="微软雅黑" panose="020B0503020204020204" pitchFamily="34" charset="-122"/>
                <a:ea typeface="微软雅黑" panose="020B0503020204020204" pitchFamily="34" charset="-122"/>
              </a:rPr>
              <a:t>CTS</a:t>
            </a:r>
            <a:r>
              <a:rPr lang="zh-CN" altLang="en-US" sz="2400" b="1" spc="100">
                <a:solidFill>
                  <a:prstClr val="black"/>
                </a:solidFill>
                <a:latin typeface="微软雅黑" panose="020B0503020204020204" pitchFamily="34" charset="-122"/>
                <a:ea typeface="微软雅黑" panose="020B0503020204020204" pitchFamily="34" charset="-122"/>
              </a:rPr>
              <a:t>快速调试</a:t>
            </a:r>
            <a:endParaRPr kumimoji="0" lang="zh-CN" altLang="en-US" sz="2400" b="1" i="0" u="none" strike="noStrike" kern="1200" cap="none" spc="10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3" name="文本框 2">
            <a:extLst>
              <a:ext uri="{FF2B5EF4-FFF2-40B4-BE49-F238E27FC236}">
                <a16:creationId xmlns:a16="http://schemas.microsoft.com/office/drawing/2014/main" id="{60247586-9E63-D1F1-144E-4C00D4B7E907}"/>
              </a:ext>
            </a:extLst>
          </p:cNvPr>
          <p:cNvSpPr txBox="1"/>
          <p:nvPr/>
        </p:nvSpPr>
        <p:spPr>
          <a:xfrm>
            <a:off x="327636" y="726380"/>
            <a:ext cx="11290143" cy="5509200"/>
          </a:xfrm>
          <a:prstGeom prst="rect">
            <a:avLst/>
          </a:prstGeom>
          <a:noFill/>
        </p:spPr>
        <p:txBody>
          <a:bodyPr wrap="square">
            <a:spAutoFit/>
          </a:bodyPr>
          <a:lstStyle/>
          <a:p>
            <a:r>
              <a:rPr lang="en-US" altLang="zh-CN" sz="1600">
                <a:effectLst/>
                <a:latin typeface="Consolas" panose="020B0609020204030204" pitchFamily="49" charset="0"/>
                <a:ea typeface="Consolas" panose="020B0609020204030204" pitchFamily="49" charset="0"/>
              </a:rPr>
              <a:t>TEST_MODULE=CtsNativeMediaAAudioTestCases</a:t>
            </a:r>
            <a:br>
              <a:rPr lang="en-US" altLang="zh-CN" sz="1600">
                <a:effectLst/>
                <a:latin typeface="Consolas" panose="020B0609020204030204" pitchFamily="49" charset="0"/>
                <a:ea typeface="Consolas" panose="020B0609020204030204" pitchFamily="49" charset="0"/>
              </a:rPr>
            </a:br>
            <a:r>
              <a:rPr lang="en-US" altLang="zh-CN" sz="1600">
                <a:effectLst/>
                <a:latin typeface="Consolas" panose="020B0609020204030204" pitchFamily="49" charset="0"/>
                <a:ea typeface="Consolas" panose="020B0609020204030204" pitchFamily="49" charset="0"/>
              </a:rPr>
              <a:t>TEST_SUBMODULE=“android.nativemedia.aaudio.AAudioTests#AAudioTestAttributes_UsageTest_checkAttributes_perf_low_latency_usage_voicecomm”</a:t>
            </a:r>
            <a:br>
              <a:rPr lang="en-US" altLang="zh-CN" sz="1600">
                <a:effectLst/>
                <a:ea typeface="Consolas" panose="020B0609020204030204" pitchFamily="49" charset="0"/>
              </a:rPr>
            </a:br>
            <a:r>
              <a:rPr lang="en-US" altLang="zh-CN" sz="1600">
                <a:effectLst/>
                <a:ea typeface="Consolas" panose="020B0609020204030204" pitchFamily="49" charset="0"/>
              </a:rPr>
              <a:t>source build/envsetup.sh</a:t>
            </a:r>
            <a:br>
              <a:rPr lang="en-US" altLang="zh-CN" sz="1600">
                <a:ea typeface="Consolas" panose="020B0609020204030204" pitchFamily="49" charset="0"/>
              </a:rPr>
            </a:br>
            <a:r>
              <a:rPr lang="en-US" altLang="zh-CN" sz="1600">
                <a:ea typeface="Consolas" panose="020B0609020204030204" pitchFamily="49" charset="0"/>
              </a:rPr>
              <a:t>lunch aosp_arm64-ap3a-userdebug	 # </a:t>
            </a:r>
            <a:r>
              <a:rPr lang="zh-CN" altLang="zh-CN" sz="1600">
                <a:ea typeface="Consolas" panose="020B0609020204030204" pitchFamily="49" charset="0"/>
              </a:rPr>
              <a:t>选择编译目标</a:t>
            </a:r>
            <a:endParaRPr lang="en-US" altLang="zh-CN" sz="1600">
              <a:ea typeface="Consolas" panose="020B0609020204030204" pitchFamily="49" charset="0"/>
            </a:endParaRPr>
          </a:p>
          <a:p>
            <a:r>
              <a:rPr lang="en-US" altLang="zh-CN" sz="1600"/>
              <a:t>make $TEST_MODULE -j16</a:t>
            </a:r>
            <a:r>
              <a:rPr lang="zh-CN" altLang="zh-CN" sz="1600">
                <a:effectLst/>
              </a:rPr>
              <a:t> </a:t>
            </a:r>
            <a:r>
              <a:rPr lang="en-US" altLang="zh-CN" sz="1600">
                <a:effectLst/>
                <a:ea typeface="Consolas" panose="020B0609020204030204" pitchFamily="49" charset="0"/>
              </a:rPr>
              <a:t>	#</a:t>
            </a:r>
            <a:r>
              <a:rPr lang="zh-CN" altLang="en-US" sz="1600">
                <a:effectLst/>
                <a:ea typeface="Consolas" panose="020B0609020204030204" pitchFamily="49" charset="0"/>
              </a:rPr>
              <a:t>编译</a:t>
            </a:r>
            <a:r>
              <a:rPr lang="en-US" altLang="zh-CN" sz="1600">
                <a:effectLst/>
                <a:ea typeface="Consolas" panose="020B0609020204030204" pitchFamily="49" charset="0"/>
              </a:rPr>
              <a:t>apk</a:t>
            </a:r>
            <a:br>
              <a:rPr lang="en-US" altLang="zh-CN" sz="1600">
                <a:ea typeface="Consolas" panose="020B0609020204030204" pitchFamily="49" charset="0"/>
              </a:rPr>
            </a:br>
            <a:r>
              <a:rPr lang="en-US" altLang="zh-CN" sz="1600">
                <a:ea typeface="Consolas" panose="020B0609020204030204" pitchFamily="49" charset="0"/>
              </a:rPr>
              <a:t>adb wait-for-device	</a:t>
            </a:r>
            <a:br>
              <a:rPr lang="en-US" altLang="zh-CN" sz="1600">
                <a:ea typeface="Consolas" panose="020B0609020204030204" pitchFamily="49" charset="0"/>
              </a:rPr>
            </a:br>
            <a:r>
              <a:rPr lang="en-US" altLang="zh-CN" sz="1600">
                <a:ea typeface="Consolas" panose="020B0609020204030204" pitchFamily="49" charset="0"/>
              </a:rPr>
              <a:t>adb install  -t -g -d ./out/target/product/generic_arm64/testcases/$TEST_MODULE/arm64/${TEST_MODULE}.apk</a:t>
            </a:r>
            <a:r>
              <a:rPr lang="zh-CN" altLang="en-US" sz="1600">
                <a:ea typeface="Consolas" panose="020B0609020204030204" pitchFamily="49" charset="0"/>
              </a:rPr>
              <a:t> </a:t>
            </a:r>
            <a:r>
              <a:rPr lang="en-US" altLang="zh-CN" sz="1600">
                <a:ea typeface="Consolas" panose="020B0609020204030204" pitchFamily="49" charset="0"/>
              </a:rPr>
              <a:t> # </a:t>
            </a:r>
            <a:r>
              <a:rPr lang="zh-CN" altLang="zh-CN" sz="1600">
                <a:ea typeface="Consolas" panose="020B0609020204030204" pitchFamily="49" charset="0"/>
              </a:rPr>
              <a:t>安装测试</a:t>
            </a:r>
            <a:r>
              <a:rPr lang="en-US" altLang="zh-CN" sz="1600">
                <a:ea typeface="Consolas" panose="020B0609020204030204" pitchFamily="49" charset="0"/>
              </a:rPr>
              <a:t> APK</a:t>
            </a:r>
            <a:br>
              <a:rPr lang="en-US" altLang="zh-CN" sz="1600">
                <a:ea typeface="Consolas" panose="020B0609020204030204" pitchFamily="49" charset="0"/>
              </a:rPr>
            </a:br>
            <a:r>
              <a:rPr lang="en-US" altLang="zh-CN" sz="1600">
                <a:ea typeface="Consolas" panose="020B0609020204030204" pitchFamily="49" charset="0"/>
              </a:rPr>
              <a:t>LOGFILE=./log/$TEST_MODULE/${CUR_TIME}_${TEST_MODULE}.log</a:t>
            </a:r>
            <a:br>
              <a:rPr lang="en-US" altLang="zh-CN" sz="1600">
                <a:ea typeface="Consolas" panose="020B0609020204030204" pitchFamily="49" charset="0"/>
              </a:rPr>
            </a:br>
            <a:r>
              <a:rPr lang="en-US" altLang="zh-CN" sz="1600">
                <a:ea typeface="Consolas" panose="020B0609020204030204" pitchFamily="49" charset="0"/>
              </a:rPr>
              <a:t>echo “--</a:t>
            </a:r>
            <a:r>
              <a:rPr lang="zh-CN" altLang="zh-CN" sz="1600">
                <a:ea typeface="Consolas" panose="020B0609020204030204" pitchFamily="49" charset="0"/>
              </a:rPr>
              <a:t>开始清除设备日志缓冲区</a:t>
            </a:r>
            <a:r>
              <a:rPr lang="en-US" altLang="zh-CN" sz="1600">
                <a:ea typeface="Consolas" panose="020B0609020204030204" pitchFamily="49" charset="0"/>
              </a:rPr>
              <a:t>--”</a:t>
            </a:r>
            <a:br>
              <a:rPr lang="en-US" altLang="zh-CN" sz="1600">
                <a:ea typeface="Consolas" panose="020B0609020204030204" pitchFamily="49" charset="0"/>
              </a:rPr>
            </a:br>
            <a:r>
              <a:rPr lang="en-US" altLang="zh-CN" sz="1600">
                <a:ea typeface="Consolas" panose="020B0609020204030204" pitchFamily="49" charset="0"/>
              </a:rPr>
              <a:t>if ! adb logcat -b all -c 2&gt;/dev/null; then</a:t>
            </a:r>
            <a:br>
              <a:rPr lang="en-US" altLang="zh-CN" sz="1600">
                <a:ea typeface="Consolas" panose="020B0609020204030204" pitchFamily="49" charset="0"/>
              </a:rPr>
            </a:br>
            <a:r>
              <a:rPr lang="en-US" altLang="zh-CN" sz="1600">
                <a:ea typeface="Consolas" panose="020B0609020204030204" pitchFamily="49" charset="0"/>
              </a:rPr>
              <a:t>    echo -e “\033[31m**</a:t>
            </a:r>
            <a:r>
              <a:rPr lang="zh-CN" altLang="zh-CN" sz="1600">
                <a:ea typeface="Consolas" panose="020B0609020204030204" pitchFamily="49" charset="0"/>
              </a:rPr>
              <a:t>日志清除失败（请检查设备连接状态）</a:t>
            </a:r>
            <a:r>
              <a:rPr lang="en-US" altLang="zh-CN" sz="1600">
                <a:ea typeface="Consolas" panose="020B0609020204030204" pitchFamily="49" charset="0"/>
              </a:rPr>
              <a:t>**\033[0m”</a:t>
            </a:r>
            <a:br>
              <a:rPr lang="en-US" altLang="zh-CN" sz="1600">
                <a:ea typeface="Consolas" panose="020B0609020204030204" pitchFamily="49" charset="0"/>
              </a:rPr>
            </a:br>
            <a:r>
              <a:rPr lang="en-US" altLang="zh-CN" sz="1600">
                <a:ea typeface="Consolas" panose="020B0609020204030204" pitchFamily="49" charset="0"/>
              </a:rPr>
              <a:t>    exit 2</a:t>
            </a:r>
            <a:br>
              <a:rPr lang="en-US" altLang="zh-CN" sz="1600">
                <a:ea typeface="Consolas" panose="020B0609020204030204" pitchFamily="49" charset="0"/>
              </a:rPr>
            </a:br>
            <a:r>
              <a:rPr lang="en-US" altLang="zh-CN" sz="1600">
                <a:ea typeface="Consolas" panose="020B0609020204030204" pitchFamily="49" charset="0"/>
              </a:rPr>
              <a:t>fi</a:t>
            </a:r>
            <a:br>
              <a:rPr lang="en-US" altLang="zh-CN" sz="1600">
                <a:ea typeface="Consolas" panose="020B0609020204030204" pitchFamily="49" charset="0"/>
              </a:rPr>
            </a:br>
            <a:r>
              <a:rPr lang="en-US" altLang="zh-CN" sz="1600">
                <a:ea typeface="Consolas" panose="020B0609020204030204" pitchFamily="49" charset="0"/>
              </a:rPr>
              <a:t>sleep 0.5  # </a:t>
            </a:r>
            <a:r>
              <a:rPr lang="zh-CN" altLang="zh-CN" sz="1600">
                <a:ea typeface="Consolas" panose="020B0609020204030204" pitchFamily="49" charset="0"/>
              </a:rPr>
              <a:t>增加缓冲区清空等待时间</a:t>
            </a:r>
            <a:br>
              <a:rPr lang="en-US" altLang="zh-CN" sz="1600">
                <a:ea typeface="Consolas" panose="020B0609020204030204" pitchFamily="49" charset="0"/>
              </a:rPr>
            </a:br>
            <a:r>
              <a:rPr lang="en-US" altLang="zh-CN" sz="1600">
                <a:ea typeface="Consolas" panose="020B0609020204030204" pitchFamily="49" charset="0"/>
              </a:rPr>
              <a:t># </a:t>
            </a:r>
            <a:r>
              <a:rPr lang="zh-CN" altLang="zh-CN" sz="1600">
                <a:ea typeface="Consolas" panose="020B0609020204030204" pitchFamily="49" charset="0"/>
              </a:rPr>
              <a:t>抓取</a:t>
            </a:r>
            <a:r>
              <a:rPr lang="en-US" altLang="zh-CN" sz="1600">
                <a:ea typeface="Consolas" panose="020B0609020204030204" pitchFamily="49" charset="0"/>
              </a:rPr>
              <a:t>logcat</a:t>
            </a:r>
            <a:r>
              <a:rPr lang="zh-CN" altLang="zh-CN" sz="1600">
                <a:ea typeface="Consolas" panose="020B0609020204030204" pitchFamily="49" charset="0"/>
              </a:rPr>
              <a:t>日志（后台运行）</a:t>
            </a:r>
            <a:br>
              <a:rPr lang="en-US" altLang="zh-CN" sz="1600">
                <a:ea typeface="Consolas" panose="020B0609020204030204" pitchFamily="49" charset="0"/>
              </a:rPr>
            </a:br>
            <a:r>
              <a:rPr lang="en-US" altLang="zh-CN" sz="1600">
                <a:ea typeface="Consolas" panose="020B0609020204030204" pitchFamily="49" charset="0"/>
              </a:rPr>
              <a:t>adb logcat &gt; “$LOGFILE” &amp;</a:t>
            </a:r>
            <a:br>
              <a:rPr lang="en-US" altLang="zh-CN" sz="1600">
                <a:ea typeface="Consolas" panose="020B0609020204030204" pitchFamily="49" charset="0"/>
              </a:rPr>
            </a:br>
            <a:r>
              <a:rPr lang="en-US" altLang="zh-CN" sz="1600">
                <a:ea typeface="Consolas" panose="020B0609020204030204" pitchFamily="49" charset="0"/>
              </a:rPr>
              <a:t>LOGCAT_PID=$!</a:t>
            </a:r>
            <a:br>
              <a:rPr lang="en-US" altLang="zh-CN" sz="1600">
                <a:ea typeface="Consolas" panose="020B0609020204030204" pitchFamily="49" charset="0"/>
              </a:rPr>
            </a:br>
            <a:r>
              <a:rPr lang="en-US" altLang="zh-CN" sz="1600">
                <a:ea typeface="Consolas" panose="020B0609020204030204" pitchFamily="49" charset="0"/>
              </a:rPr>
              <a:t>adb shell am instrument -e class $TEST_SUBMODULE -w ${TEST_SUBMODULE%%.cts*}.cts/androidx.test.runner.AndroidJUnitRunner</a:t>
            </a:r>
            <a:r>
              <a:rPr lang="zh-CN" altLang="en-US" sz="1600">
                <a:ea typeface="Consolas" panose="020B0609020204030204" pitchFamily="49" charset="0"/>
              </a:rPr>
              <a:t> </a:t>
            </a:r>
            <a:r>
              <a:rPr lang="en-US" altLang="zh-CN" sz="1600">
                <a:ea typeface="Consolas" panose="020B0609020204030204" pitchFamily="49" charset="0"/>
              </a:rPr>
              <a:t># </a:t>
            </a:r>
            <a:r>
              <a:rPr lang="zh-CN" altLang="zh-CN" sz="1600">
                <a:ea typeface="Consolas" panose="020B0609020204030204" pitchFamily="49" charset="0"/>
              </a:rPr>
              <a:t>执行指定的测试用例</a:t>
            </a:r>
            <a:br>
              <a:rPr lang="en-US" altLang="zh-CN" sz="1600">
                <a:ea typeface="Consolas" panose="020B0609020204030204" pitchFamily="49" charset="0"/>
              </a:rPr>
            </a:br>
            <a:r>
              <a:rPr lang="en-US" altLang="zh-CN" sz="1600">
                <a:ea typeface="Consolas" panose="020B0609020204030204" pitchFamily="49" charset="0"/>
              </a:rPr>
              <a:t>kill $LOGCAT_PID</a:t>
            </a:r>
            <a:br>
              <a:rPr lang="en-US" altLang="zh-CN" sz="1600">
                <a:ea typeface="Consolas" panose="020B0609020204030204" pitchFamily="49" charset="0"/>
              </a:rPr>
            </a:br>
            <a:r>
              <a:rPr lang="en-US" altLang="zh-CN" sz="1600">
                <a:ea typeface="Consolas" panose="020B0609020204030204" pitchFamily="49" charset="0"/>
              </a:rPr>
              <a:t>echo -e "Finished! Hold down \033[32mCtrl+click\033[0m to open the log file</a:t>
            </a:r>
            <a:r>
              <a:rPr lang="zh-CN" altLang="zh-CN" sz="1600">
                <a:ea typeface="Consolas" panose="020B0609020204030204" pitchFamily="49" charset="0"/>
              </a:rPr>
              <a:t>：</a:t>
            </a:r>
            <a:r>
              <a:rPr lang="en-US" altLang="zh-CN" sz="1600">
                <a:ea typeface="Consolas" panose="020B0609020204030204" pitchFamily="49" charset="0"/>
              </a:rPr>
              <a:t>\033[32mfile:\n/$(realpath "$LOGFILE")\033[0m"</a:t>
            </a:r>
            <a:endParaRPr lang="zh-CN" altLang="en-US" sz="1600"/>
          </a:p>
        </p:txBody>
      </p:sp>
    </p:spTree>
    <p:extLst>
      <p:ext uri="{BB962C8B-B14F-4D97-AF65-F5344CB8AC3E}">
        <p14:creationId xmlns:p14="http://schemas.microsoft.com/office/powerpoint/2010/main" val="8751452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7A7A2A-44FE-170E-BF7B-8FB6872B0FE5}"/>
            </a:ext>
          </a:extLst>
        </p:cNvPr>
        <p:cNvGrpSpPr/>
        <p:nvPr/>
      </p:nvGrpSpPr>
      <p:grpSpPr>
        <a:xfrm>
          <a:off x="0" y="0"/>
          <a:ext cx="0" cy="0"/>
          <a:chOff x="0" y="0"/>
          <a:chExt cx="0" cy="0"/>
        </a:xfrm>
      </p:grpSpPr>
      <p:sp>
        <p:nvSpPr>
          <p:cNvPr id="5" name="文本框 4">
            <a:extLst>
              <a:ext uri="{FF2B5EF4-FFF2-40B4-BE49-F238E27FC236}">
                <a16:creationId xmlns:a16="http://schemas.microsoft.com/office/drawing/2014/main" id="{278C43D2-8E1D-0B91-8843-5642BA801F81}"/>
              </a:ext>
            </a:extLst>
          </p:cNvPr>
          <p:cNvSpPr txBox="1"/>
          <p:nvPr/>
        </p:nvSpPr>
        <p:spPr>
          <a:xfrm>
            <a:off x="417443" y="178904"/>
            <a:ext cx="146706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400" b="1" spc="100">
                <a:solidFill>
                  <a:prstClr val="black"/>
                </a:solidFill>
                <a:latin typeface="微软雅黑" panose="020B0503020204020204" pitchFamily="34" charset="-122"/>
                <a:ea typeface="微软雅黑" panose="020B0503020204020204" pitchFamily="34" charset="-122"/>
              </a:rPr>
              <a:t>问题分析</a:t>
            </a:r>
            <a:endParaRPr kumimoji="0" lang="zh-CN" altLang="en-US" sz="2400" b="1" i="0" u="none" strike="noStrike" kern="1200" cap="none" spc="10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4" name="文本框 3">
            <a:extLst>
              <a:ext uri="{FF2B5EF4-FFF2-40B4-BE49-F238E27FC236}">
                <a16:creationId xmlns:a16="http://schemas.microsoft.com/office/drawing/2014/main" id="{324B247B-2A5A-FE49-B85B-30418455796A}"/>
              </a:ext>
            </a:extLst>
          </p:cNvPr>
          <p:cNvSpPr txBox="1"/>
          <p:nvPr/>
        </p:nvSpPr>
        <p:spPr>
          <a:xfrm>
            <a:off x="417443" y="1261471"/>
            <a:ext cx="11548134" cy="2031325"/>
          </a:xfrm>
          <a:prstGeom prst="rect">
            <a:avLst/>
          </a:prstGeom>
          <a:noFill/>
        </p:spPr>
        <p:txBody>
          <a:bodyPr wrap="square">
            <a:spAutoFit/>
          </a:bodyPr>
          <a:lstStyle/>
          <a:p>
            <a:r>
              <a:rPr lang="en" altLang="zh-CN"/>
              <a:t>junit.framework.AssertionFailedError: PerformancePoint(2560x1440@30) for c2.mtk.avc.decoder for media type video/avc covers standard PerformancePoint(1920x1088@30) that is not covered by a listed standard point </a:t>
            </a:r>
          </a:p>
          <a:p>
            <a:r>
              <a:rPr lang="en" altLang="zh-CN"/>
              <a:t>at junit.framework.Assert.fail(Assert.java:50) </a:t>
            </a:r>
          </a:p>
          <a:p>
            <a:r>
              <a:rPr lang="en" altLang="zh-CN"/>
              <a:t>at junit.framework.Assert.assertTrue(Assert.java:20) </a:t>
            </a:r>
          </a:p>
          <a:p>
            <a:r>
              <a:rPr lang="en" altLang="zh-CN"/>
              <a:t>at android.media.misc.cts.MediaCodecListTest.verifyPerformancePoints(MediaCodecListTest.java:871) </a:t>
            </a:r>
          </a:p>
          <a:p>
            <a:r>
              <a:rPr lang="en" altLang="zh-CN"/>
              <a:t>at</a:t>
            </a:r>
            <a:r>
              <a:rPr lang="zh-CN" altLang="en-US"/>
              <a:t> </a:t>
            </a:r>
            <a:r>
              <a:rPr lang="en" altLang="zh-CN"/>
              <a:t>android.media.misc.cts.MediaCodecListTest.testAllHardwareAcceleratedVideoCodecsPublishPerformancePoints</a:t>
            </a:r>
            <a:r>
              <a:rPr lang="zh-CN" altLang="en-US"/>
              <a:t> </a:t>
            </a:r>
            <a:r>
              <a:rPr lang="en" altLang="zh-CN"/>
              <a:t>(MediaCodecListTest.java:1002)</a:t>
            </a:r>
          </a:p>
        </p:txBody>
      </p:sp>
      <p:sp>
        <p:nvSpPr>
          <p:cNvPr id="6" name="文本框 5">
            <a:extLst>
              <a:ext uri="{FF2B5EF4-FFF2-40B4-BE49-F238E27FC236}">
                <a16:creationId xmlns:a16="http://schemas.microsoft.com/office/drawing/2014/main" id="{8E5DC8A7-BDFA-522A-326A-DB9998D7BFF0}"/>
              </a:ext>
            </a:extLst>
          </p:cNvPr>
          <p:cNvSpPr txBox="1"/>
          <p:nvPr/>
        </p:nvSpPr>
        <p:spPr>
          <a:xfrm>
            <a:off x="1884511" y="225070"/>
            <a:ext cx="6622775" cy="369332"/>
          </a:xfrm>
          <a:prstGeom prst="rect">
            <a:avLst/>
          </a:prstGeom>
          <a:noFill/>
        </p:spPr>
        <p:txBody>
          <a:bodyPr wrap="none" rtlCol="0">
            <a:spAutoFit/>
          </a:bodyPr>
          <a:lstStyle/>
          <a:p>
            <a:r>
              <a:rPr lang="en" altLang="zh-CN"/>
              <a:t>CtsMediaMiscTestCases_android.media.misc.cts.MediaCodecListTest</a:t>
            </a:r>
            <a:endParaRPr kumimoji="1" lang="zh-CN" altLang="en-US"/>
          </a:p>
        </p:txBody>
      </p:sp>
      <p:sp>
        <p:nvSpPr>
          <p:cNvPr id="7" name="文本框 6">
            <a:extLst>
              <a:ext uri="{FF2B5EF4-FFF2-40B4-BE49-F238E27FC236}">
                <a16:creationId xmlns:a16="http://schemas.microsoft.com/office/drawing/2014/main" id="{403E7BA6-8D41-50BC-01EC-46F67A54EA2D}"/>
              </a:ext>
            </a:extLst>
          </p:cNvPr>
          <p:cNvSpPr txBox="1"/>
          <p:nvPr/>
        </p:nvSpPr>
        <p:spPr>
          <a:xfrm>
            <a:off x="417443" y="766354"/>
            <a:ext cx="7393691" cy="369332"/>
          </a:xfrm>
          <a:prstGeom prst="rect">
            <a:avLst/>
          </a:prstGeom>
          <a:noFill/>
        </p:spPr>
        <p:txBody>
          <a:bodyPr wrap="none" rtlCol="0">
            <a:spAutoFit/>
          </a:bodyPr>
          <a:lstStyle/>
          <a:p>
            <a:r>
              <a:rPr kumimoji="1" lang="zh-CN" altLang="en-US"/>
              <a:t>先从</a:t>
            </a:r>
            <a:r>
              <a:rPr kumimoji="1" lang="en-US" altLang="zh-CN"/>
              <a:t>ap</a:t>
            </a:r>
            <a:r>
              <a:rPr kumimoji="1" lang="zh-CN" altLang="en-US"/>
              <a:t>日志上找到</a:t>
            </a:r>
            <a:r>
              <a:rPr kumimoji="1" lang="en-US" altLang="zh-CN"/>
              <a:t>fail</a:t>
            </a:r>
            <a:r>
              <a:rPr kumimoji="1" lang="zh-CN" altLang="en-US"/>
              <a:t>时的报错信息，发现是谷歌的性能点检测未通过：</a:t>
            </a:r>
          </a:p>
        </p:txBody>
      </p:sp>
      <p:sp>
        <p:nvSpPr>
          <p:cNvPr id="8" name="文本框 7">
            <a:extLst>
              <a:ext uri="{FF2B5EF4-FFF2-40B4-BE49-F238E27FC236}">
                <a16:creationId xmlns:a16="http://schemas.microsoft.com/office/drawing/2014/main" id="{55A34898-59FF-7F70-B776-F55BA0B5382B}"/>
              </a:ext>
            </a:extLst>
          </p:cNvPr>
          <p:cNvSpPr txBox="1"/>
          <p:nvPr/>
        </p:nvSpPr>
        <p:spPr>
          <a:xfrm>
            <a:off x="417443" y="3429000"/>
            <a:ext cx="5262979" cy="369332"/>
          </a:xfrm>
          <a:prstGeom prst="rect">
            <a:avLst/>
          </a:prstGeom>
          <a:noFill/>
        </p:spPr>
        <p:txBody>
          <a:bodyPr wrap="none" rtlCol="0">
            <a:spAutoFit/>
          </a:bodyPr>
          <a:lstStyle/>
          <a:p>
            <a:r>
              <a:rPr kumimoji="1" lang="zh-CN" altLang="en-US"/>
              <a:t>继续查找到源码中的位置看是哪个校验没有通过。</a:t>
            </a:r>
          </a:p>
        </p:txBody>
      </p:sp>
    </p:spTree>
    <p:extLst>
      <p:ext uri="{BB962C8B-B14F-4D97-AF65-F5344CB8AC3E}">
        <p14:creationId xmlns:p14="http://schemas.microsoft.com/office/powerpoint/2010/main" val="8345106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26941A-5553-DAB9-04C2-C1DBE185BB0E}"/>
            </a:ext>
          </a:extLst>
        </p:cNvPr>
        <p:cNvGrpSpPr/>
        <p:nvPr/>
      </p:nvGrpSpPr>
      <p:grpSpPr>
        <a:xfrm>
          <a:off x="0" y="0"/>
          <a:ext cx="0" cy="0"/>
          <a:chOff x="0" y="0"/>
          <a:chExt cx="0" cy="0"/>
        </a:xfrm>
      </p:grpSpPr>
      <p:pic>
        <p:nvPicPr>
          <p:cNvPr id="15" name="图片 14">
            <a:extLst>
              <a:ext uri="{FF2B5EF4-FFF2-40B4-BE49-F238E27FC236}">
                <a16:creationId xmlns:a16="http://schemas.microsoft.com/office/drawing/2014/main" id="{0AC6445E-6262-4C0B-47D5-A699930BC4A7}"/>
              </a:ext>
            </a:extLst>
          </p:cNvPr>
          <p:cNvPicPr>
            <a:picLocks noChangeAspect="1"/>
          </p:cNvPicPr>
          <p:nvPr/>
        </p:nvPicPr>
        <p:blipFill>
          <a:blip r:embed="rId2"/>
          <a:srcRect r="1011"/>
          <a:stretch>
            <a:fillRect/>
          </a:stretch>
        </p:blipFill>
        <p:spPr>
          <a:xfrm>
            <a:off x="417442" y="769608"/>
            <a:ext cx="11086581" cy="5920112"/>
          </a:xfrm>
          <a:prstGeom prst="rect">
            <a:avLst/>
          </a:prstGeom>
        </p:spPr>
      </p:pic>
      <p:sp>
        <p:nvSpPr>
          <p:cNvPr id="14" name="圆角矩形 13">
            <a:extLst>
              <a:ext uri="{FF2B5EF4-FFF2-40B4-BE49-F238E27FC236}">
                <a16:creationId xmlns:a16="http://schemas.microsoft.com/office/drawing/2014/main" id="{5574ADDF-98FB-FDAB-9520-EA8B6A66CE7B}"/>
              </a:ext>
            </a:extLst>
          </p:cNvPr>
          <p:cNvSpPr/>
          <p:nvPr/>
        </p:nvSpPr>
        <p:spPr>
          <a:xfrm>
            <a:off x="7141028" y="2478927"/>
            <a:ext cx="4948912" cy="2177143"/>
          </a:xfrm>
          <a:prstGeom prst="roundRect">
            <a:avLst>
              <a:gd name="adj" fmla="val 10667"/>
            </a:avLst>
          </a:prstGeom>
          <a:solidFill>
            <a:schemeClr val="accent1">
              <a:lumMod val="60000"/>
              <a:lumOff val="40000"/>
            </a:schemeClr>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文本框 4">
            <a:extLst>
              <a:ext uri="{FF2B5EF4-FFF2-40B4-BE49-F238E27FC236}">
                <a16:creationId xmlns:a16="http://schemas.microsoft.com/office/drawing/2014/main" id="{27B47C81-89CF-367A-2C97-5B3C5C54BF04}"/>
              </a:ext>
            </a:extLst>
          </p:cNvPr>
          <p:cNvSpPr txBox="1"/>
          <p:nvPr/>
        </p:nvSpPr>
        <p:spPr>
          <a:xfrm>
            <a:off x="417443" y="178904"/>
            <a:ext cx="146706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400" b="1" spc="100">
                <a:solidFill>
                  <a:prstClr val="black"/>
                </a:solidFill>
                <a:latin typeface="微软雅黑" panose="020B0503020204020204" pitchFamily="34" charset="-122"/>
                <a:ea typeface="微软雅黑" panose="020B0503020204020204" pitchFamily="34" charset="-122"/>
              </a:rPr>
              <a:t>问题分析</a:t>
            </a:r>
            <a:endParaRPr kumimoji="0" lang="zh-CN" altLang="en-US" sz="2400" b="1" i="0" u="none" strike="noStrike" kern="1200" cap="none" spc="10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6" name="文本框 5">
            <a:extLst>
              <a:ext uri="{FF2B5EF4-FFF2-40B4-BE49-F238E27FC236}">
                <a16:creationId xmlns:a16="http://schemas.microsoft.com/office/drawing/2014/main" id="{3E330AE1-88BA-B23A-37F4-9A33F8161CBE}"/>
              </a:ext>
            </a:extLst>
          </p:cNvPr>
          <p:cNvSpPr txBox="1"/>
          <p:nvPr/>
        </p:nvSpPr>
        <p:spPr>
          <a:xfrm>
            <a:off x="1884511" y="225070"/>
            <a:ext cx="6622775" cy="369332"/>
          </a:xfrm>
          <a:prstGeom prst="rect">
            <a:avLst/>
          </a:prstGeom>
          <a:noFill/>
        </p:spPr>
        <p:txBody>
          <a:bodyPr wrap="none" rtlCol="0">
            <a:spAutoFit/>
          </a:bodyPr>
          <a:lstStyle/>
          <a:p>
            <a:r>
              <a:rPr lang="en" altLang="zh-CN"/>
              <a:t>CtsMediaMiscTestCases_android.media.misc.cts.MediaCodecListTest</a:t>
            </a:r>
            <a:endParaRPr kumimoji="1" lang="zh-CN" altLang="en-US"/>
          </a:p>
        </p:txBody>
      </p:sp>
      <p:sp>
        <p:nvSpPr>
          <p:cNvPr id="13" name="文本框 12">
            <a:extLst>
              <a:ext uri="{FF2B5EF4-FFF2-40B4-BE49-F238E27FC236}">
                <a16:creationId xmlns:a16="http://schemas.microsoft.com/office/drawing/2014/main" id="{37113574-57D7-BE00-0EF6-1CFBC0487C9C}"/>
              </a:ext>
            </a:extLst>
          </p:cNvPr>
          <p:cNvSpPr txBox="1"/>
          <p:nvPr/>
        </p:nvSpPr>
        <p:spPr>
          <a:xfrm>
            <a:off x="7219406" y="2551837"/>
            <a:ext cx="4792157" cy="2031325"/>
          </a:xfrm>
          <a:prstGeom prst="rect">
            <a:avLst/>
          </a:prstGeom>
          <a:noFill/>
        </p:spPr>
        <p:txBody>
          <a:bodyPr wrap="square" rtlCol="0">
            <a:spAutoFit/>
          </a:bodyPr>
          <a:lstStyle/>
          <a:p>
            <a:r>
              <a:rPr kumimoji="1" lang="zh-CN" altLang="en-US"/>
              <a:t>看堆栈信息确认到具体的报错日志打印的函数的位置为</a:t>
            </a:r>
            <a:r>
              <a:rPr lang="en" altLang="zh-CN"/>
              <a:t>MediaCodecListTest.java</a:t>
            </a:r>
            <a:r>
              <a:rPr kumimoji="1" lang="zh-CN" altLang="en-US"/>
              <a:t>中的性能点验证。从函数的逻辑上和打印报错日志的位置上看，报错原因是非标准点没有覆盖其他的性能点。报错位置的判断逻辑为：如果设备中的非标准点覆盖了标准点，那么设备中一定需要一个标准点来覆盖该标准点。</a:t>
            </a:r>
            <a:endParaRPr kumimoji="1" lang="en-US" altLang="zh-CN"/>
          </a:p>
        </p:txBody>
      </p:sp>
      <p:sp>
        <p:nvSpPr>
          <p:cNvPr id="16" name="矩形 15">
            <a:extLst>
              <a:ext uri="{FF2B5EF4-FFF2-40B4-BE49-F238E27FC236}">
                <a16:creationId xmlns:a16="http://schemas.microsoft.com/office/drawing/2014/main" id="{210CB1FD-5B39-7A41-2E0E-043DFF0C0196}"/>
              </a:ext>
            </a:extLst>
          </p:cNvPr>
          <p:cNvSpPr/>
          <p:nvPr/>
        </p:nvSpPr>
        <p:spPr>
          <a:xfrm>
            <a:off x="2189310" y="4612525"/>
            <a:ext cx="4620793" cy="551658"/>
          </a:xfrm>
          <a:prstGeom prst="rect">
            <a:avLst/>
          </a:prstGeom>
          <a:noFill/>
          <a:ln w="2540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13272131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889DB7-4784-A4AB-33E8-2C4AD9BB2978}"/>
            </a:ext>
          </a:extLst>
        </p:cNvPr>
        <p:cNvGrpSpPr/>
        <p:nvPr/>
      </p:nvGrpSpPr>
      <p:grpSpPr>
        <a:xfrm>
          <a:off x="0" y="0"/>
          <a:ext cx="0" cy="0"/>
          <a:chOff x="0" y="0"/>
          <a:chExt cx="0" cy="0"/>
        </a:xfrm>
      </p:grpSpPr>
      <p:sp>
        <p:nvSpPr>
          <p:cNvPr id="5" name="文本框 4">
            <a:extLst>
              <a:ext uri="{FF2B5EF4-FFF2-40B4-BE49-F238E27FC236}">
                <a16:creationId xmlns:a16="http://schemas.microsoft.com/office/drawing/2014/main" id="{09C33A5F-2844-CC72-0D60-5D8897B54A5E}"/>
              </a:ext>
            </a:extLst>
          </p:cNvPr>
          <p:cNvSpPr txBox="1"/>
          <p:nvPr/>
        </p:nvSpPr>
        <p:spPr>
          <a:xfrm>
            <a:off x="417443" y="178904"/>
            <a:ext cx="146706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400" b="1" spc="100">
                <a:solidFill>
                  <a:prstClr val="black"/>
                </a:solidFill>
                <a:latin typeface="微软雅黑" panose="020B0503020204020204" pitchFamily="34" charset="-122"/>
                <a:ea typeface="微软雅黑" panose="020B0503020204020204" pitchFamily="34" charset="-122"/>
              </a:rPr>
              <a:t>问题分析</a:t>
            </a:r>
            <a:endParaRPr kumimoji="0" lang="zh-CN" altLang="en-US" sz="2400" b="1" i="0" u="none" strike="noStrike" kern="1200" cap="none" spc="10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6" name="文本框 5">
            <a:extLst>
              <a:ext uri="{FF2B5EF4-FFF2-40B4-BE49-F238E27FC236}">
                <a16:creationId xmlns:a16="http://schemas.microsoft.com/office/drawing/2014/main" id="{35931C94-8FBE-92E2-D0DC-F50FC32C8F9E}"/>
              </a:ext>
            </a:extLst>
          </p:cNvPr>
          <p:cNvSpPr txBox="1"/>
          <p:nvPr/>
        </p:nvSpPr>
        <p:spPr>
          <a:xfrm>
            <a:off x="1884511" y="225070"/>
            <a:ext cx="6622775" cy="369332"/>
          </a:xfrm>
          <a:prstGeom prst="rect">
            <a:avLst/>
          </a:prstGeom>
          <a:noFill/>
        </p:spPr>
        <p:txBody>
          <a:bodyPr wrap="none" rtlCol="0">
            <a:spAutoFit/>
          </a:bodyPr>
          <a:lstStyle/>
          <a:p>
            <a:r>
              <a:rPr lang="en" altLang="zh-CN"/>
              <a:t>CtsMediaMiscTestCases_android.media.misc.cts.MediaCodecListTest</a:t>
            </a:r>
            <a:endParaRPr kumimoji="1" lang="zh-CN" altLang="en-US"/>
          </a:p>
        </p:txBody>
      </p:sp>
      <p:sp>
        <p:nvSpPr>
          <p:cNvPr id="7" name="文本框 6">
            <a:extLst>
              <a:ext uri="{FF2B5EF4-FFF2-40B4-BE49-F238E27FC236}">
                <a16:creationId xmlns:a16="http://schemas.microsoft.com/office/drawing/2014/main" id="{2A58E3FE-7FF5-B402-A381-27ECD4B44A8E}"/>
              </a:ext>
            </a:extLst>
          </p:cNvPr>
          <p:cNvSpPr txBox="1"/>
          <p:nvPr/>
        </p:nvSpPr>
        <p:spPr>
          <a:xfrm>
            <a:off x="317578" y="766354"/>
            <a:ext cx="11556843" cy="923330"/>
          </a:xfrm>
          <a:prstGeom prst="rect">
            <a:avLst/>
          </a:prstGeom>
          <a:noFill/>
        </p:spPr>
        <p:txBody>
          <a:bodyPr wrap="square" rtlCol="0">
            <a:spAutoFit/>
          </a:bodyPr>
          <a:lstStyle/>
          <a:p>
            <a:r>
              <a:rPr kumimoji="1" lang="zh-CN" altLang="en-US"/>
              <a:t>接着快速调试看具体的未通过的原因，插入打印代码后重新编译</a:t>
            </a:r>
            <a:r>
              <a:rPr kumimoji="1" lang="en-US" altLang="zh-CN"/>
              <a:t>apk</a:t>
            </a:r>
            <a:r>
              <a:rPr kumimoji="1" lang="zh-CN" altLang="en-US"/>
              <a:t>并</a:t>
            </a:r>
            <a:r>
              <a:rPr kumimoji="1" lang="en-US" altLang="zh-CN"/>
              <a:t>DeBug</a:t>
            </a:r>
            <a:r>
              <a:rPr kumimoji="1" lang="zh-CN" altLang="en-US"/>
              <a:t>，打印出所有的性能点日志。从打印的日志上看设备当前的</a:t>
            </a:r>
            <a:r>
              <a:rPr lang="en" altLang="zh-CN"/>
              <a:t>2560x1440@30</a:t>
            </a:r>
            <a:r>
              <a:rPr lang="zh-CN" altLang="en"/>
              <a:t>非</a:t>
            </a:r>
            <a:r>
              <a:rPr lang="zh-CN" altLang="en-US"/>
              <a:t>标准</a:t>
            </a:r>
            <a:r>
              <a:rPr lang="zh-CN" altLang="en"/>
              <a:t>性能</a:t>
            </a:r>
            <a:r>
              <a:rPr lang="zh-CN" altLang="en-US"/>
              <a:t>点覆盖了</a:t>
            </a:r>
            <a:r>
              <a:rPr lang="en" altLang="zh-CN"/>
              <a:t>1920x1088@30</a:t>
            </a:r>
            <a:r>
              <a:rPr lang="zh-CN" altLang="en-US"/>
              <a:t>，但是设备没有标准性能点去覆盖这个标准性能点。</a:t>
            </a:r>
            <a:endParaRPr kumimoji="1" lang="zh-CN" altLang="en-US"/>
          </a:p>
        </p:txBody>
      </p:sp>
      <p:sp>
        <p:nvSpPr>
          <p:cNvPr id="8" name="文本框 7">
            <a:extLst>
              <a:ext uri="{FF2B5EF4-FFF2-40B4-BE49-F238E27FC236}">
                <a16:creationId xmlns:a16="http://schemas.microsoft.com/office/drawing/2014/main" id="{997C9F4E-1E3E-A03F-4E7C-AC07EB1056B6}"/>
              </a:ext>
            </a:extLst>
          </p:cNvPr>
          <p:cNvSpPr txBox="1"/>
          <p:nvPr/>
        </p:nvSpPr>
        <p:spPr>
          <a:xfrm>
            <a:off x="317578" y="1689684"/>
            <a:ext cx="11556843" cy="4770537"/>
          </a:xfrm>
          <a:prstGeom prst="rect">
            <a:avLst/>
          </a:prstGeom>
          <a:noFill/>
        </p:spPr>
        <p:txBody>
          <a:bodyPr wrap="square" rtlCol="0">
            <a:spAutoFit/>
          </a:bodyPr>
          <a:lstStyle/>
          <a:p>
            <a:r>
              <a:rPr lang="en" altLang="zh-CN" sz="1600"/>
              <a:t>07-07 20:15:53.394 8244 8267 I Wuge : standardPoints not contains PerformancePoint(2560x1440@30)</a:t>
            </a:r>
          </a:p>
          <a:p>
            <a:r>
              <a:rPr lang="en" altLang="zh-CN" sz="1600"/>
              <a:t>07-07 20:15:53.395 8244 8267 I Wuge : PerformancePoint(2560x1440@30)not covers PerformancePoint(3840x2160@240)</a:t>
            </a:r>
          </a:p>
          <a:p>
            <a:r>
              <a:rPr lang="en" altLang="zh-CN" sz="1600"/>
              <a:t>07-07 20:15:53.395 8244 8267 I Wuge : PerformancePoint(2560x1440@30)not covers PerformancePoint(3840x2160@200)</a:t>
            </a:r>
          </a:p>
          <a:p>
            <a:r>
              <a:rPr lang="en" altLang="zh-CN" sz="1600"/>
              <a:t>07-07 20:15:53.395 8244 8267 I Wuge : PerformancePoint(2560x1440@30)not covers PerformancePoint(3840x2160@120)</a:t>
            </a:r>
          </a:p>
          <a:p>
            <a:r>
              <a:rPr lang="en" altLang="zh-CN" sz="1600"/>
              <a:t>07-07 20:15:53.395 8244 8267 I Wuge : PerformancePoint(2560x1440@30)not covers PerformancePoint(3840x2160@100)</a:t>
            </a:r>
          </a:p>
          <a:p>
            <a:r>
              <a:rPr lang="en" altLang="zh-CN" sz="1600"/>
              <a:t>07-07 20:15:53.395 8244 8267 I Wuge : PerformancePoint(2560x1440@30)not covers PerformancePoint(3840x2160@60)</a:t>
            </a:r>
          </a:p>
          <a:p>
            <a:r>
              <a:rPr lang="en" altLang="zh-CN" sz="1600"/>
              <a:t>07-07 20:15:53.395 8244 8267 I Wuge : PerformancePoint(2560x1440@30)not covers PerformancePoint(3840x2160@50)</a:t>
            </a:r>
          </a:p>
          <a:p>
            <a:r>
              <a:rPr lang="en" altLang="zh-CN" sz="1600"/>
              <a:t>07-07 20:15:53.395 8244 8267 I Wuge : PerformancePoint(2560x1440@30)not covers PerformancePoint(3840x2160@30)</a:t>
            </a:r>
          </a:p>
          <a:p>
            <a:r>
              <a:rPr lang="en" altLang="zh-CN" sz="1600"/>
              <a:t>07-07 20:15:53.395 8244 8267 I Wuge : PerformancePoint(2560x1440@30)not covers PerformancePoint(3840x2160@25)</a:t>
            </a:r>
          </a:p>
          <a:p>
            <a:r>
              <a:rPr lang="en" altLang="zh-CN" sz="1600"/>
              <a:t>07-07 20:15:53.395 8244 8267 I Wuge : PerformancePoint(2560x1440@30)not covers PerformancePoint(3840x2160@24)</a:t>
            </a:r>
          </a:p>
          <a:p>
            <a:r>
              <a:rPr lang="en" altLang="zh-CN" sz="1600"/>
              <a:t>07-07 20:15:53.395 8244 8267 I Wuge : PerformancePoint(2560x1440@30)not covers PerformancePoint(1920x1088@240)</a:t>
            </a:r>
          </a:p>
          <a:p>
            <a:r>
              <a:rPr lang="en" altLang="zh-CN" sz="1600"/>
              <a:t>07-07 20:15:53.395 8244 8267 I Wuge : PerformancePoint(2560x1440@30)not covers PerformancePoint(1920x1088@200)</a:t>
            </a:r>
          </a:p>
          <a:p>
            <a:r>
              <a:rPr lang="en" altLang="zh-CN" sz="1600"/>
              <a:t>07-07 20:15:53.396 8244 8267 I Wuge : PerformancePoint(2560x1440@30)not covers PerformancePoint(1920x1088@120)</a:t>
            </a:r>
          </a:p>
          <a:p>
            <a:r>
              <a:rPr lang="en" altLang="zh-CN" sz="1600"/>
              <a:t>07-07 20:15:53.396 8244 8267 I Wuge : PerformancePoint(2560x1440@30)not covers PerformancePoint(1920x1088@100)</a:t>
            </a:r>
          </a:p>
          <a:p>
            <a:r>
              <a:rPr lang="en" altLang="zh-CN" sz="1600"/>
              <a:t>07-07 20:15:53.396 8244 8267 I Wuge : PerformancePoint(2560x1440@30)not covers PerformancePoint(1920x1088@60)</a:t>
            </a:r>
          </a:p>
          <a:p>
            <a:r>
              <a:rPr lang="en" altLang="zh-CN" sz="1600"/>
              <a:t>07-07 20:15:53.396 8244 8267 I Wuge : PerformancePoint(2560x1440@30)not covers PerformancePoint(1920x1088@50)</a:t>
            </a:r>
          </a:p>
          <a:p>
            <a:r>
              <a:rPr lang="en" altLang="zh-CN" sz="1600"/>
              <a:t>07-07 20:15:53.396 8244 8267 I Wuge : PerformancePoint(2560x1440@30)coversPerformancePoint(1920x1088@30)</a:t>
            </a:r>
          </a:p>
          <a:p>
            <a:r>
              <a:rPr lang="en" altLang="zh-CN" sz="1600"/>
              <a:t>07-07 20:15:53.396 8244 8267 I Wuge : standardPoints not containsPerformancePoint(2560x1440@30)</a:t>
            </a:r>
          </a:p>
          <a:p>
            <a:r>
              <a:rPr lang="en" altLang="zh-CN" sz="1600"/>
              <a:t>07-07 20:15:53.396 8244 8267 I Wuge : PerformancePoint(2560x1440@30)coversPerformancePoint(1920x1088@30)</a:t>
            </a:r>
          </a:p>
        </p:txBody>
      </p:sp>
    </p:spTree>
    <p:extLst>
      <p:ext uri="{BB962C8B-B14F-4D97-AF65-F5344CB8AC3E}">
        <p14:creationId xmlns:p14="http://schemas.microsoft.com/office/powerpoint/2010/main" val="5710795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807547-FF71-CC3B-55CB-002C299ACC7A}"/>
            </a:ext>
          </a:extLst>
        </p:cNvPr>
        <p:cNvGrpSpPr/>
        <p:nvPr/>
      </p:nvGrpSpPr>
      <p:grpSpPr>
        <a:xfrm>
          <a:off x="0" y="0"/>
          <a:ext cx="0" cy="0"/>
          <a:chOff x="0" y="0"/>
          <a:chExt cx="0" cy="0"/>
        </a:xfrm>
      </p:grpSpPr>
      <p:sp>
        <p:nvSpPr>
          <p:cNvPr id="5" name="文本框 4">
            <a:extLst>
              <a:ext uri="{FF2B5EF4-FFF2-40B4-BE49-F238E27FC236}">
                <a16:creationId xmlns:a16="http://schemas.microsoft.com/office/drawing/2014/main" id="{B70DB919-D1C8-9DE4-9325-F6381DDB0B08}"/>
              </a:ext>
            </a:extLst>
          </p:cNvPr>
          <p:cNvSpPr txBox="1"/>
          <p:nvPr/>
        </p:nvSpPr>
        <p:spPr>
          <a:xfrm>
            <a:off x="417443" y="178904"/>
            <a:ext cx="146706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400" b="1" spc="100">
                <a:solidFill>
                  <a:prstClr val="black"/>
                </a:solidFill>
                <a:latin typeface="微软雅黑" panose="020B0503020204020204" pitchFamily="34" charset="-122"/>
                <a:ea typeface="微软雅黑" panose="020B0503020204020204" pitchFamily="34" charset="-122"/>
              </a:rPr>
              <a:t>问题分析</a:t>
            </a:r>
            <a:endParaRPr kumimoji="0" lang="zh-CN" altLang="en-US" sz="2400" b="1" i="0" u="none" strike="noStrike" kern="1200" cap="none" spc="10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6" name="文本框 5">
            <a:extLst>
              <a:ext uri="{FF2B5EF4-FFF2-40B4-BE49-F238E27FC236}">
                <a16:creationId xmlns:a16="http://schemas.microsoft.com/office/drawing/2014/main" id="{C59AA356-003F-5DCC-1E07-B8650246C35C}"/>
              </a:ext>
            </a:extLst>
          </p:cNvPr>
          <p:cNvSpPr txBox="1"/>
          <p:nvPr/>
        </p:nvSpPr>
        <p:spPr>
          <a:xfrm>
            <a:off x="1884511" y="225070"/>
            <a:ext cx="7387022" cy="369332"/>
          </a:xfrm>
          <a:prstGeom prst="rect">
            <a:avLst/>
          </a:prstGeom>
          <a:noFill/>
        </p:spPr>
        <p:txBody>
          <a:bodyPr wrap="none" rtlCol="0">
            <a:spAutoFit/>
          </a:bodyPr>
          <a:lstStyle/>
          <a:p>
            <a:r>
              <a:rPr lang="en" altLang="zh-CN"/>
              <a:t>CtsMediaMiscTestCases</a:t>
            </a:r>
            <a:r>
              <a:rPr lang="en-US" altLang="zh-CN"/>
              <a:t>_</a:t>
            </a:r>
            <a:r>
              <a:rPr lang="en" altLang="zh-CN"/>
              <a:t> android.media.misc.cts.ResourceManagerMultiTest</a:t>
            </a:r>
            <a:endParaRPr kumimoji="1" lang="zh-CN" altLang="en-US"/>
          </a:p>
        </p:txBody>
      </p:sp>
      <p:sp>
        <p:nvSpPr>
          <p:cNvPr id="2" name="文本框 1">
            <a:extLst>
              <a:ext uri="{FF2B5EF4-FFF2-40B4-BE49-F238E27FC236}">
                <a16:creationId xmlns:a16="http://schemas.microsoft.com/office/drawing/2014/main" id="{1704C4C9-002A-864A-7461-8244AE3960D2}"/>
              </a:ext>
            </a:extLst>
          </p:cNvPr>
          <p:cNvSpPr txBox="1"/>
          <p:nvPr/>
        </p:nvSpPr>
        <p:spPr>
          <a:xfrm>
            <a:off x="417443" y="818606"/>
            <a:ext cx="11530717" cy="369332"/>
          </a:xfrm>
          <a:prstGeom prst="rect">
            <a:avLst/>
          </a:prstGeom>
          <a:noFill/>
        </p:spPr>
        <p:txBody>
          <a:bodyPr wrap="square" rtlCol="0">
            <a:spAutoFit/>
          </a:bodyPr>
          <a:lstStyle/>
          <a:p>
            <a:r>
              <a:rPr kumimoji="1" lang="zh-CN" altLang="en-US"/>
              <a:t>这个测试项显示为应用进程</a:t>
            </a:r>
            <a:r>
              <a:rPr kumimoji="1" lang="en-US" altLang="zh-CN"/>
              <a:t>crash</a:t>
            </a:r>
            <a:r>
              <a:rPr kumimoji="1" lang="zh-CN" altLang="en-US"/>
              <a:t>，在</a:t>
            </a:r>
            <a:r>
              <a:rPr kumimoji="1" lang="en-US" altLang="zh-CN"/>
              <a:t>aplog</a:t>
            </a:r>
            <a:r>
              <a:rPr kumimoji="1" lang="zh-CN" altLang="en-US"/>
              <a:t>中查看</a:t>
            </a:r>
            <a:r>
              <a:rPr kumimoji="1" lang="en-US" altLang="zh-CN"/>
              <a:t>crash</a:t>
            </a:r>
            <a:r>
              <a:rPr kumimoji="1" lang="zh-CN" altLang="en-US"/>
              <a:t>原因为进程内存超出：</a:t>
            </a:r>
            <a:endParaRPr kumimoji="1" lang="en-US" altLang="zh-CN"/>
          </a:p>
        </p:txBody>
      </p:sp>
      <p:sp>
        <p:nvSpPr>
          <p:cNvPr id="3" name="文本框 2">
            <a:extLst>
              <a:ext uri="{FF2B5EF4-FFF2-40B4-BE49-F238E27FC236}">
                <a16:creationId xmlns:a16="http://schemas.microsoft.com/office/drawing/2014/main" id="{1723D495-A873-27BF-3156-5DAAD088F5E3}"/>
              </a:ext>
            </a:extLst>
          </p:cNvPr>
          <p:cNvSpPr txBox="1"/>
          <p:nvPr/>
        </p:nvSpPr>
        <p:spPr>
          <a:xfrm>
            <a:off x="417443" y="1412142"/>
            <a:ext cx="11530717" cy="923330"/>
          </a:xfrm>
          <a:prstGeom prst="rect">
            <a:avLst/>
          </a:prstGeom>
          <a:noFill/>
        </p:spPr>
        <p:txBody>
          <a:bodyPr wrap="square" rtlCol="0">
            <a:spAutoFit/>
          </a:bodyPr>
          <a:lstStyle/>
          <a:p>
            <a:r>
              <a:rPr lang="en" altLang="zh-CN"/>
              <a:t>Zygote : Process 7090 exited due to signal 9 (Killed) kernel log: Out of memory: Killed process 7090 (.media.misc.cts) total-vm:7566332kB, anon-rss:0kB, file-rss:5260kB, shmem-rss:232kB, UID:10196 pgtables:1284kB oom_score_adj:0</a:t>
            </a:r>
          </a:p>
          <a:p>
            <a:endParaRPr kumimoji="1" lang="zh-CN" altLang="en-US"/>
          </a:p>
        </p:txBody>
      </p:sp>
      <p:sp>
        <p:nvSpPr>
          <p:cNvPr id="9" name="文本框 8">
            <a:extLst>
              <a:ext uri="{FF2B5EF4-FFF2-40B4-BE49-F238E27FC236}">
                <a16:creationId xmlns:a16="http://schemas.microsoft.com/office/drawing/2014/main" id="{B7E23ECD-C177-5481-C45C-13EEFCCB309D}"/>
              </a:ext>
            </a:extLst>
          </p:cNvPr>
          <p:cNvSpPr txBox="1"/>
          <p:nvPr/>
        </p:nvSpPr>
        <p:spPr>
          <a:xfrm>
            <a:off x="6296298" y="2267295"/>
            <a:ext cx="5651862" cy="4204356"/>
          </a:xfrm>
          <a:prstGeom prst="rect">
            <a:avLst/>
          </a:prstGeom>
          <a:noFill/>
        </p:spPr>
        <p:txBody>
          <a:bodyPr wrap="square" rtlCol="0">
            <a:spAutoFit/>
          </a:bodyPr>
          <a:lstStyle/>
          <a:p>
            <a:pPr>
              <a:lnSpc>
                <a:spcPct val="150000"/>
              </a:lnSpc>
            </a:pPr>
            <a:r>
              <a:rPr kumimoji="1" lang="zh-CN" altLang="en-US"/>
              <a:t>复测发现该测试项的低内存问题在 </a:t>
            </a:r>
            <a:r>
              <a:rPr kumimoji="1" lang="en-US" altLang="zh-CN"/>
              <a:t>6</a:t>
            </a:r>
            <a:r>
              <a:rPr kumimoji="1" lang="en" altLang="zh-CN"/>
              <a:t>GB </a:t>
            </a:r>
            <a:r>
              <a:rPr kumimoji="1" lang="zh-CN" altLang="en-US"/>
              <a:t>设备上不会报错。接着看该测试项的具体逻辑：</a:t>
            </a:r>
            <a:endParaRPr kumimoji="1" lang="en-US" altLang="zh-CN"/>
          </a:p>
          <a:p>
            <a:pPr>
              <a:lnSpc>
                <a:spcPct val="150000"/>
              </a:lnSpc>
            </a:pPr>
            <a:r>
              <a:rPr lang="zh-CN" altLang="en-US"/>
              <a:t>这段关键代码的功能是批量创建并初始化多个指定名称的 </a:t>
            </a:r>
            <a:r>
              <a:rPr lang="en" altLang="zh-CN"/>
              <a:t>MediaCodec </a:t>
            </a:r>
            <a:r>
              <a:rPr lang="zh-CN" altLang="en-US"/>
              <a:t>编解码器实例（可以是解码器或编码器），依次为每个实例设置回调、配置媒体格式并启动，成功启动后将其加入管理列表，同时通过完善的异常处理和资源释放机制确保创建过程中出现任何错误时都能安全地释放资源。</a:t>
            </a:r>
            <a:endParaRPr lang="en-US" altLang="zh-CN"/>
          </a:p>
          <a:p>
            <a:pPr>
              <a:lnSpc>
                <a:spcPct val="150000"/>
              </a:lnSpc>
            </a:pPr>
            <a:r>
              <a:rPr kumimoji="1" lang="zh-CN" altLang="en-US"/>
              <a:t>由此看来，该测试项会同时创建多个编码器，这样低内存的机器就可能会发生内存不足的情况。</a:t>
            </a:r>
            <a:endParaRPr kumimoji="1" lang="en-US" altLang="zh-CN"/>
          </a:p>
        </p:txBody>
      </p:sp>
      <p:pic>
        <p:nvPicPr>
          <p:cNvPr id="10" name="图片 9">
            <a:extLst>
              <a:ext uri="{FF2B5EF4-FFF2-40B4-BE49-F238E27FC236}">
                <a16:creationId xmlns:a16="http://schemas.microsoft.com/office/drawing/2014/main" id="{0A5082FA-A24B-89E4-E64A-F8EFEDF4661A}"/>
              </a:ext>
            </a:extLst>
          </p:cNvPr>
          <p:cNvPicPr>
            <a:picLocks noChangeAspect="1"/>
          </p:cNvPicPr>
          <p:nvPr/>
        </p:nvPicPr>
        <p:blipFill>
          <a:blip r:embed="rId2"/>
          <a:stretch>
            <a:fillRect/>
          </a:stretch>
        </p:blipFill>
        <p:spPr>
          <a:xfrm>
            <a:off x="487680" y="2270116"/>
            <a:ext cx="5540829" cy="4259843"/>
          </a:xfrm>
          <a:prstGeom prst="rect">
            <a:avLst/>
          </a:prstGeom>
        </p:spPr>
      </p:pic>
    </p:spTree>
    <p:extLst>
      <p:ext uri="{BB962C8B-B14F-4D97-AF65-F5344CB8AC3E}">
        <p14:creationId xmlns:p14="http://schemas.microsoft.com/office/powerpoint/2010/main" val="7749459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矩形 1"/>
          <p:cNvSpPr/>
          <p:nvPr/>
        </p:nvSpPr>
        <p:spPr>
          <a:xfrm>
            <a:off x="2602523" y="2708031"/>
            <a:ext cx="6978162" cy="72096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4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04 </a:t>
            </a:r>
            <a:r>
              <a:rPr kumimoji="0" lang="zh-CN" altLang="en-US" sz="4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解决方案</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圆角矩形 6">
            <a:extLst>
              <a:ext uri="{FF2B5EF4-FFF2-40B4-BE49-F238E27FC236}">
                <a16:creationId xmlns:a16="http://schemas.microsoft.com/office/drawing/2014/main" id="{871F7E05-EE27-11DF-3BEA-566F8EB28BFE}"/>
              </a:ext>
            </a:extLst>
          </p:cNvPr>
          <p:cNvSpPr/>
          <p:nvPr/>
        </p:nvSpPr>
        <p:spPr>
          <a:xfrm>
            <a:off x="947057" y="5135336"/>
            <a:ext cx="7258050" cy="310243"/>
          </a:xfrm>
          <a:prstGeom prst="roundRect">
            <a:avLst/>
          </a:prstGeom>
          <a:solidFill>
            <a:schemeClr val="accent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 name="文本框 1">
            <a:extLst>
              <a:ext uri="{FF2B5EF4-FFF2-40B4-BE49-F238E27FC236}">
                <a16:creationId xmlns:a16="http://schemas.microsoft.com/office/drawing/2014/main" id="{88F43E74-18D3-DB52-02FC-A0CA73273B49}"/>
              </a:ext>
            </a:extLst>
          </p:cNvPr>
          <p:cNvSpPr txBox="1"/>
          <p:nvPr/>
        </p:nvSpPr>
        <p:spPr>
          <a:xfrm>
            <a:off x="417443" y="178904"/>
            <a:ext cx="146706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10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解决方案</a:t>
            </a:r>
          </a:p>
        </p:txBody>
      </p:sp>
      <p:sp>
        <p:nvSpPr>
          <p:cNvPr id="3" name="文本框 2">
            <a:extLst>
              <a:ext uri="{FF2B5EF4-FFF2-40B4-BE49-F238E27FC236}">
                <a16:creationId xmlns:a16="http://schemas.microsoft.com/office/drawing/2014/main" id="{8E74F923-0590-CE62-312A-DCEDB3ED4ADF}"/>
              </a:ext>
            </a:extLst>
          </p:cNvPr>
          <p:cNvSpPr txBox="1"/>
          <p:nvPr/>
        </p:nvSpPr>
        <p:spPr>
          <a:xfrm>
            <a:off x="2046514" y="225070"/>
            <a:ext cx="877163" cy="369332"/>
          </a:xfrm>
          <a:prstGeom prst="rect">
            <a:avLst/>
          </a:prstGeom>
          <a:noFill/>
        </p:spPr>
        <p:txBody>
          <a:bodyPr wrap="none" rtlCol="0">
            <a:spAutoFit/>
          </a:bodyPr>
          <a:lstStyle/>
          <a:p>
            <a:r>
              <a:rPr kumimoji="1" lang="zh-CN" altLang="en-US"/>
              <a:t>问题一</a:t>
            </a:r>
          </a:p>
        </p:txBody>
      </p:sp>
      <p:sp>
        <p:nvSpPr>
          <p:cNvPr id="5" name="文本框 4">
            <a:extLst>
              <a:ext uri="{FF2B5EF4-FFF2-40B4-BE49-F238E27FC236}">
                <a16:creationId xmlns:a16="http://schemas.microsoft.com/office/drawing/2014/main" id="{2B5A8F94-ADBF-2FE2-A80A-289E0673537B}"/>
              </a:ext>
            </a:extLst>
          </p:cNvPr>
          <p:cNvSpPr txBox="1"/>
          <p:nvPr/>
        </p:nvSpPr>
        <p:spPr>
          <a:xfrm>
            <a:off x="417443" y="1806537"/>
            <a:ext cx="8486775" cy="4524315"/>
          </a:xfrm>
          <a:prstGeom prst="rect">
            <a:avLst/>
          </a:prstGeom>
          <a:noFill/>
        </p:spPr>
        <p:txBody>
          <a:bodyPr wrap="square">
            <a:spAutoFit/>
          </a:bodyPr>
          <a:lstStyle/>
          <a:p>
            <a:r>
              <a:rPr lang="en-US" altLang="zh-CN" sz="1800">
                <a:effectLst/>
                <a:latin typeface="Consolas" panose="020B0609020204030204" pitchFamily="49" charset="0"/>
                <a:ea typeface="Consolas" panose="020B0609020204030204" pitchFamily="49" charset="0"/>
              </a:rPr>
              <a:t>&lt;MediaCodec name="c2.mtk.hevc.decoder" type="video/hevc" &gt;</a:t>
            </a:r>
            <a:br>
              <a:rPr lang="en-US" altLang="zh-CN" sz="1800">
                <a:effectLst/>
                <a:latin typeface="Consolas" panose="020B0609020204030204" pitchFamily="49" charset="0"/>
                <a:ea typeface="Consolas" panose="020B0609020204030204" pitchFamily="49" charset="0"/>
              </a:rPr>
            </a:br>
            <a:r>
              <a:rPr lang="en-US" altLang="zh-CN" sz="1800">
                <a:effectLst/>
                <a:latin typeface="Consolas" panose="020B0609020204030204" pitchFamily="49" charset="0"/>
                <a:ea typeface="Consolas" panose="020B0609020204030204" pitchFamily="49" charset="0"/>
              </a:rPr>
              <a:t>    &lt;Alias name="OMX.MTK.VIDEO.DECODER.HEVC" /&gt;</a:t>
            </a:r>
            <a:br>
              <a:rPr lang="en-US" altLang="zh-CN" sz="1800">
                <a:effectLst/>
                <a:latin typeface="Consolas" panose="020B0609020204030204" pitchFamily="49" charset="0"/>
                <a:ea typeface="Consolas" panose="020B0609020204030204" pitchFamily="49" charset="0"/>
              </a:rPr>
            </a:br>
            <a:r>
              <a:rPr lang="en-US" altLang="zh-CN" sz="1800">
                <a:effectLst/>
                <a:latin typeface="Consolas" panose="020B0609020204030204" pitchFamily="49" charset="0"/>
                <a:ea typeface="Consolas" panose="020B0609020204030204" pitchFamily="49" charset="0"/>
              </a:rPr>
              <a:t>    &lt;Limit name="alignment" value="2x2" /&gt;</a:t>
            </a:r>
            <a:br>
              <a:rPr lang="en-US" altLang="zh-CN" sz="1800">
                <a:effectLst/>
                <a:latin typeface="Consolas" panose="020B0609020204030204" pitchFamily="49" charset="0"/>
                <a:ea typeface="Consolas" panose="020B0609020204030204" pitchFamily="49" charset="0"/>
              </a:rPr>
            </a:br>
            <a:r>
              <a:rPr lang="en-US" altLang="zh-CN" sz="1800">
                <a:effectLst/>
                <a:latin typeface="Consolas" panose="020B0609020204030204" pitchFamily="49" charset="0"/>
                <a:ea typeface="Consolas" panose="020B0609020204030204" pitchFamily="49" charset="0"/>
              </a:rPr>
              <a:t>    &lt;Limit name="block-size" value="16x16" /&gt;</a:t>
            </a:r>
            <a:br>
              <a:rPr lang="en-US" altLang="zh-CN" sz="1800">
                <a:effectLst/>
                <a:latin typeface="Consolas" panose="020B0609020204030204" pitchFamily="49" charset="0"/>
                <a:ea typeface="Consolas" panose="020B0609020204030204" pitchFamily="49" charset="0"/>
              </a:rPr>
            </a:br>
            <a:r>
              <a:rPr lang="en-US" altLang="zh-CN" sz="1800">
                <a:effectLst/>
                <a:latin typeface="Consolas" panose="020B0609020204030204" pitchFamily="49" charset="0"/>
                <a:ea typeface="Consolas" panose="020B0609020204030204" pitchFamily="49" charset="0"/>
              </a:rPr>
              <a:t>    &lt;!-- max 2560x1440@30 --&gt;</a:t>
            </a:r>
            <a:br>
              <a:rPr lang="en-US" altLang="zh-CN" sz="1800">
                <a:effectLst/>
                <a:latin typeface="Consolas" panose="020B0609020204030204" pitchFamily="49" charset="0"/>
                <a:ea typeface="Consolas" panose="020B0609020204030204" pitchFamily="49" charset="0"/>
              </a:rPr>
            </a:br>
            <a:r>
              <a:rPr lang="en-US" altLang="zh-CN" sz="1800">
                <a:effectLst/>
                <a:latin typeface="Consolas" panose="020B0609020204030204" pitchFamily="49" charset="0"/>
                <a:ea typeface="Consolas" panose="020B0609020204030204" pitchFamily="49" charset="0"/>
              </a:rPr>
              <a:t>    &lt;Limit name="size" min="16x16" max="2560x2560" /&gt;</a:t>
            </a:r>
            <a:br>
              <a:rPr lang="en-US" altLang="zh-CN" sz="1800">
                <a:effectLst/>
                <a:latin typeface="Consolas" panose="020B0609020204030204" pitchFamily="49" charset="0"/>
                <a:ea typeface="Consolas" panose="020B0609020204030204" pitchFamily="49" charset="0"/>
              </a:rPr>
            </a:br>
            <a:r>
              <a:rPr lang="en-US" altLang="zh-CN" sz="1800">
                <a:effectLst/>
                <a:latin typeface="Consolas" panose="020B0609020204030204" pitchFamily="49" charset="0"/>
                <a:ea typeface="Consolas" panose="020B0609020204030204" pitchFamily="49" charset="0"/>
              </a:rPr>
              <a:t>    &lt;Limit name="block-count" range="1-14400" /&gt;</a:t>
            </a:r>
            <a:br>
              <a:rPr lang="en-US" altLang="zh-CN" sz="1800">
                <a:effectLst/>
                <a:latin typeface="Consolas" panose="020B0609020204030204" pitchFamily="49" charset="0"/>
                <a:ea typeface="Consolas" panose="020B0609020204030204" pitchFamily="49" charset="0"/>
              </a:rPr>
            </a:br>
            <a:r>
              <a:rPr lang="en-US" altLang="zh-CN" sz="1800">
                <a:effectLst/>
                <a:latin typeface="Consolas" panose="020B0609020204030204" pitchFamily="49" charset="0"/>
                <a:ea typeface="Consolas" panose="020B0609020204030204" pitchFamily="49" charset="0"/>
              </a:rPr>
              <a:t>    &lt;Limit name="blocks-per-second" range="1-486000" /&gt;</a:t>
            </a:r>
            <a:br>
              <a:rPr lang="en-US" altLang="zh-CN" sz="1800">
                <a:effectLst/>
                <a:latin typeface="Consolas" panose="020B0609020204030204" pitchFamily="49" charset="0"/>
                <a:ea typeface="Consolas" panose="020B0609020204030204" pitchFamily="49" charset="0"/>
              </a:rPr>
            </a:br>
            <a:r>
              <a:rPr lang="en-US" altLang="zh-CN" sz="1800">
                <a:effectLst/>
                <a:latin typeface="Consolas" panose="020B0609020204030204" pitchFamily="49" charset="0"/>
                <a:ea typeface="Consolas" panose="020B0609020204030204" pitchFamily="49" charset="0"/>
              </a:rPr>
              <a:t>    &lt;Limit name="bitrate" range="1-40000000" /&gt;</a:t>
            </a:r>
            <a:br>
              <a:rPr lang="en-US" altLang="zh-CN" sz="1800">
                <a:effectLst/>
                <a:latin typeface="Consolas" panose="020B0609020204030204" pitchFamily="49" charset="0"/>
                <a:ea typeface="Consolas" panose="020B0609020204030204" pitchFamily="49" charset="0"/>
              </a:rPr>
            </a:br>
            <a:r>
              <a:rPr lang="en-US" altLang="zh-CN" sz="1800">
                <a:effectLst/>
                <a:latin typeface="Consolas" panose="020B0609020204030204" pitchFamily="49" charset="0"/>
                <a:ea typeface="Consolas" panose="020B0609020204030204" pitchFamily="49" charset="0"/>
              </a:rPr>
              <a:t>    &lt;Feature name="adaptive-playback"/&gt;</a:t>
            </a:r>
            <a:br>
              <a:rPr lang="en-US" altLang="zh-CN" sz="1800">
                <a:effectLst/>
                <a:latin typeface="Consolas" panose="020B0609020204030204" pitchFamily="49" charset="0"/>
                <a:ea typeface="Consolas" panose="020B0609020204030204" pitchFamily="49" charset="0"/>
              </a:rPr>
            </a:br>
            <a:r>
              <a:rPr lang="en-US" altLang="zh-CN" sz="1800">
                <a:effectLst/>
                <a:latin typeface="Consolas" panose="020B0609020204030204" pitchFamily="49" charset="0"/>
                <a:ea typeface="Consolas" panose="020B0609020204030204" pitchFamily="49" charset="0"/>
              </a:rPr>
              <a:t>    &lt;Feature name="dynamic-color-aspects"/&gt;</a:t>
            </a:r>
            <a:br>
              <a:rPr lang="en-US" altLang="zh-CN" sz="1800">
                <a:effectLst/>
                <a:latin typeface="Consolas" panose="020B0609020204030204" pitchFamily="49" charset="0"/>
                <a:ea typeface="Consolas" panose="020B0609020204030204" pitchFamily="49" charset="0"/>
              </a:rPr>
            </a:br>
            <a:r>
              <a:rPr lang="en-US" altLang="zh-CN" sz="1800">
                <a:effectLst/>
                <a:latin typeface="Consolas" panose="020B0609020204030204" pitchFamily="49" charset="0"/>
                <a:ea typeface="Consolas" panose="020B0609020204030204" pitchFamily="49" charset="0"/>
              </a:rPr>
              <a:t>    &lt;Limit name="concurrent-instances" max="32" /&gt;</a:t>
            </a:r>
            <a:br>
              <a:rPr lang="en-US" altLang="zh-CN" sz="1800">
                <a:effectLst/>
                <a:latin typeface="Consolas" panose="020B0609020204030204" pitchFamily="49" charset="0"/>
                <a:ea typeface="Consolas" panose="020B0609020204030204" pitchFamily="49" charset="0"/>
              </a:rPr>
            </a:br>
            <a:r>
              <a:rPr lang="en-US" altLang="zh-CN" sz="1800">
                <a:effectLst/>
                <a:latin typeface="Consolas" panose="020B0609020204030204" pitchFamily="49" charset="0"/>
                <a:ea typeface="Consolas" panose="020B0609020204030204" pitchFamily="49" charset="0"/>
              </a:rPr>
              <a:t>    &lt;Limit name="performance-point-1920x1088" value="30" /&gt;</a:t>
            </a:r>
            <a:br>
              <a:rPr lang="en-US" altLang="zh-CN" sz="1800">
                <a:effectLst/>
                <a:latin typeface="Consolas" panose="020B0609020204030204" pitchFamily="49" charset="0"/>
                <a:ea typeface="Consolas" panose="020B0609020204030204" pitchFamily="49" charset="0"/>
              </a:rPr>
            </a:br>
            <a:r>
              <a:rPr lang="en-US" altLang="zh-CN" sz="1800">
                <a:effectLst/>
                <a:latin typeface="Consolas" panose="020B0609020204030204" pitchFamily="49" charset="0"/>
                <a:ea typeface="Consolas" panose="020B0609020204030204" pitchFamily="49" charset="0"/>
              </a:rPr>
              <a:t>    &lt;Limit name="performance-point-2560x1440" value="30" /&gt;</a:t>
            </a:r>
            <a:br>
              <a:rPr lang="en-US" altLang="zh-CN" sz="1800">
                <a:effectLst/>
                <a:latin typeface="Consolas" panose="020B0609020204030204" pitchFamily="49" charset="0"/>
                <a:ea typeface="Consolas" panose="020B0609020204030204" pitchFamily="49" charset="0"/>
              </a:rPr>
            </a:br>
            <a:r>
              <a:rPr lang="en-US" altLang="zh-CN" sz="1800">
                <a:effectLst/>
                <a:latin typeface="Consolas" panose="020B0609020204030204" pitchFamily="49" charset="0"/>
                <a:ea typeface="Consolas" panose="020B0609020204030204" pitchFamily="49" charset="0"/>
              </a:rPr>
              <a:t>    &lt;Feature name="can-swap-width-height"/&gt;</a:t>
            </a:r>
            <a:br>
              <a:rPr lang="en-US" altLang="zh-CN" sz="1800">
                <a:effectLst/>
                <a:latin typeface="Consolas" panose="020B0609020204030204" pitchFamily="49" charset="0"/>
                <a:ea typeface="Consolas" panose="020B0609020204030204" pitchFamily="49" charset="0"/>
              </a:rPr>
            </a:br>
            <a:r>
              <a:rPr lang="en-US" altLang="zh-CN" sz="1800">
                <a:effectLst/>
                <a:latin typeface="Consolas" panose="020B0609020204030204" pitchFamily="49" charset="0"/>
                <a:ea typeface="Consolas" panose="020B0609020204030204" pitchFamily="49" charset="0"/>
              </a:rPr>
              <a:t>&lt;/MediaCodec&gt;</a:t>
            </a:r>
            <a:r>
              <a:rPr lang="zh-CN" altLang="zh-CN">
                <a:effectLst/>
              </a:rPr>
              <a:t> </a:t>
            </a:r>
            <a:endParaRPr lang="zh-CN" altLang="en-US"/>
          </a:p>
        </p:txBody>
      </p:sp>
      <p:sp>
        <p:nvSpPr>
          <p:cNvPr id="6" name="文本框 5">
            <a:extLst>
              <a:ext uri="{FF2B5EF4-FFF2-40B4-BE49-F238E27FC236}">
                <a16:creationId xmlns:a16="http://schemas.microsoft.com/office/drawing/2014/main" id="{EE5F95FD-273D-365F-7157-F8B9EFA28A72}"/>
              </a:ext>
            </a:extLst>
          </p:cNvPr>
          <p:cNvSpPr txBox="1"/>
          <p:nvPr/>
        </p:nvSpPr>
        <p:spPr>
          <a:xfrm>
            <a:off x="463707" y="1061970"/>
            <a:ext cx="10524612" cy="369332"/>
          </a:xfrm>
          <a:prstGeom prst="rect">
            <a:avLst/>
          </a:prstGeom>
          <a:noFill/>
        </p:spPr>
        <p:txBody>
          <a:bodyPr wrap="none" rtlCol="0">
            <a:spAutoFit/>
          </a:bodyPr>
          <a:lstStyle/>
          <a:p>
            <a:r>
              <a:rPr kumimoji="1" lang="zh-CN" altLang="en-US"/>
              <a:t>对</a:t>
            </a:r>
            <a:r>
              <a:rPr kumimoji="1" lang="en-US" altLang="zh-CN"/>
              <a:t>avc</a:t>
            </a:r>
            <a:r>
              <a:rPr kumimoji="1" lang="zh-CN" altLang="en-US"/>
              <a:t>和</a:t>
            </a:r>
            <a:r>
              <a:rPr kumimoji="1" lang="en-US" altLang="zh-CN"/>
              <a:t>hevc</a:t>
            </a:r>
            <a:r>
              <a:rPr kumimoji="1" lang="zh-CN" altLang="en-US"/>
              <a:t>的解码器中的性能点添加</a:t>
            </a:r>
            <a:r>
              <a:rPr lang="en-US" altLang="zh-CN">
                <a:latin typeface="Consolas" panose="020B0609020204030204" pitchFamily="49" charset="0"/>
                <a:ea typeface="Consolas" panose="020B0609020204030204" pitchFamily="49" charset="0"/>
              </a:rPr>
              <a:t>1920x1088@30</a:t>
            </a:r>
            <a:r>
              <a:rPr lang="zh-CN" altLang="en-US">
                <a:latin typeface="Consolas" panose="020B0609020204030204" pitchFamily="49" charset="0"/>
                <a:ea typeface="Consolas" panose="020B0609020204030204" pitchFamily="49" charset="0"/>
              </a:rPr>
              <a:t>的配置，这样就可以保证覆盖同样的标准性能点。</a:t>
            </a:r>
            <a:endParaRPr kumimoji="1" lang="zh-CN" altLang="en-US"/>
          </a:p>
        </p:txBody>
      </p:sp>
    </p:spTree>
    <p:extLst>
      <p:ext uri="{BB962C8B-B14F-4D97-AF65-F5344CB8AC3E}">
        <p14:creationId xmlns:p14="http://schemas.microsoft.com/office/powerpoint/2010/main" val="41466828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754375-686D-4E30-AF35-42D1A8A47707}"/>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F1284868-7C03-EB96-3A42-2802D64720F0}"/>
              </a:ext>
            </a:extLst>
          </p:cNvPr>
          <p:cNvSpPr txBox="1"/>
          <p:nvPr/>
        </p:nvSpPr>
        <p:spPr>
          <a:xfrm>
            <a:off x="417443" y="178904"/>
            <a:ext cx="146706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10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解决方案</a:t>
            </a:r>
          </a:p>
        </p:txBody>
      </p:sp>
      <p:sp>
        <p:nvSpPr>
          <p:cNvPr id="3" name="文本框 2">
            <a:extLst>
              <a:ext uri="{FF2B5EF4-FFF2-40B4-BE49-F238E27FC236}">
                <a16:creationId xmlns:a16="http://schemas.microsoft.com/office/drawing/2014/main" id="{8487493E-3D7B-435E-9CB0-C26CA61B99E3}"/>
              </a:ext>
            </a:extLst>
          </p:cNvPr>
          <p:cNvSpPr txBox="1"/>
          <p:nvPr/>
        </p:nvSpPr>
        <p:spPr>
          <a:xfrm>
            <a:off x="2046514" y="225070"/>
            <a:ext cx="877163" cy="369332"/>
          </a:xfrm>
          <a:prstGeom prst="rect">
            <a:avLst/>
          </a:prstGeom>
          <a:noFill/>
        </p:spPr>
        <p:txBody>
          <a:bodyPr wrap="none" rtlCol="0">
            <a:spAutoFit/>
          </a:bodyPr>
          <a:lstStyle/>
          <a:p>
            <a:r>
              <a:rPr kumimoji="1" lang="zh-CN" altLang="en-US"/>
              <a:t>问题二</a:t>
            </a:r>
          </a:p>
        </p:txBody>
      </p:sp>
      <p:sp>
        <p:nvSpPr>
          <p:cNvPr id="6" name="文本框 5">
            <a:extLst>
              <a:ext uri="{FF2B5EF4-FFF2-40B4-BE49-F238E27FC236}">
                <a16:creationId xmlns:a16="http://schemas.microsoft.com/office/drawing/2014/main" id="{092B2075-E2D1-583F-F9B0-EFBEC1B854B3}"/>
              </a:ext>
            </a:extLst>
          </p:cNvPr>
          <p:cNvSpPr txBox="1"/>
          <p:nvPr/>
        </p:nvSpPr>
        <p:spPr>
          <a:xfrm>
            <a:off x="489857" y="3690257"/>
            <a:ext cx="11430000" cy="3108543"/>
          </a:xfrm>
          <a:prstGeom prst="rect">
            <a:avLst/>
          </a:prstGeom>
          <a:noFill/>
        </p:spPr>
        <p:txBody>
          <a:bodyPr wrap="square" rtlCol="0">
            <a:spAutoFit/>
          </a:bodyPr>
          <a:lstStyle/>
          <a:p>
            <a:r>
              <a:rPr lang="en" altLang="zh-CN" sz="1400"/>
              <a:t>on post-fs &amp;&amp; property:ro.boot.ddr_size=4</a:t>
            </a:r>
          </a:p>
          <a:p>
            <a:r>
              <a:rPr lang="en" altLang="zh-CN" sz="1400"/>
              <a:t>setprop ro.media.xml_variant.codecs _c2_4g</a:t>
            </a:r>
            <a:br>
              <a:rPr lang="en" altLang="zh-CN" sz="1400"/>
            </a:br>
            <a:r>
              <a:rPr lang="en" altLang="zh-CN" sz="1400"/>
              <a:t>&lt;MediaCodecs&gt;</a:t>
            </a:r>
          </a:p>
          <a:p>
            <a:pPr lvl="1"/>
            <a:r>
              <a:rPr lang="en" altLang="zh-CN" sz="1400"/>
              <a:t>&lt;Decoders&gt;</a:t>
            </a:r>
          </a:p>
          <a:p>
            <a:pPr lvl="2"/>
            <a:r>
              <a:rPr lang="en" altLang="zh-CN" sz="1400"/>
              <a:t>&lt;MediaCodec name="c2.mtk.heif.decoder" type="image/vnd.android.heic" update="true"&gt;</a:t>
            </a:r>
          </a:p>
          <a:p>
            <a:pPr lvl="2"/>
            <a:r>
              <a:rPr lang="en" altLang="zh-CN" sz="1400"/>
              <a:t>	&lt;Limit name="size" min="16x16" max="8192x8192" /&gt;</a:t>
            </a:r>
          </a:p>
          <a:p>
            <a:pPr lvl="2"/>
            <a:r>
              <a:rPr lang="en" altLang="zh-CN" sz="1400"/>
              <a:t>&lt;/MediaCodec&gt;</a:t>
            </a:r>
          </a:p>
          <a:p>
            <a:pPr lvl="1"/>
            <a:r>
              <a:rPr lang="en" altLang="zh-CN" sz="1400"/>
              <a:t>&lt;/Decoders&gt;</a:t>
            </a:r>
          </a:p>
          <a:p>
            <a:pPr lvl="1"/>
            <a:r>
              <a:rPr lang="en" altLang="zh-CN" sz="1400"/>
              <a:t>&lt;Encoders&gt;</a:t>
            </a:r>
          </a:p>
          <a:p>
            <a:pPr lvl="2"/>
            <a:r>
              <a:rPr lang="en" altLang="zh-CN" sz="1400"/>
              <a:t>&lt;MediaCodec name="c2.mtk.heif.encoder" type="image/vnd.android.heic" update="true"&gt;</a:t>
            </a:r>
          </a:p>
          <a:p>
            <a:pPr lvl="2"/>
            <a:r>
              <a:rPr lang="en" altLang="zh-CN" sz="1400"/>
              <a:t>	&lt;Limit name="size" min="160x128" max="8192x8192" /&gt;</a:t>
            </a:r>
          </a:p>
          <a:p>
            <a:pPr lvl="2"/>
            <a:r>
              <a:rPr lang="en" altLang="zh-CN" sz="1400"/>
              <a:t>&lt;/MediaCodec&gt;</a:t>
            </a:r>
          </a:p>
          <a:p>
            <a:pPr lvl="1"/>
            <a:r>
              <a:rPr lang="en" altLang="zh-CN" sz="1400"/>
              <a:t>&lt;/Encoders&gt;</a:t>
            </a:r>
          </a:p>
          <a:p>
            <a:r>
              <a:rPr lang="en" altLang="zh-CN" sz="1400"/>
              <a:t>&lt;/MediaCodecs&gt;</a:t>
            </a:r>
          </a:p>
        </p:txBody>
      </p:sp>
      <p:sp>
        <p:nvSpPr>
          <p:cNvPr id="4" name="文本框 3">
            <a:extLst>
              <a:ext uri="{FF2B5EF4-FFF2-40B4-BE49-F238E27FC236}">
                <a16:creationId xmlns:a16="http://schemas.microsoft.com/office/drawing/2014/main" id="{74284749-4128-5572-5C4E-5852CA40765B}"/>
              </a:ext>
            </a:extLst>
          </p:cNvPr>
          <p:cNvSpPr txBox="1"/>
          <p:nvPr/>
        </p:nvSpPr>
        <p:spPr>
          <a:xfrm>
            <a:off x="381000" y="665643"/>
            <a:ext cx="11430000" cy="2953373"/>
          </a:xfrm>
          <a:prstGeom prst="rect">
            <a:avLst/>
          </a:prstGeom>
          <a:noFill/>
        </p:spPr>
        <p:txBody>
          <a:bodyPr wrap="square" rtlCol="0">
            <a:spAutoFit/>
          </a:bodyPr>
          <a:lstStyle/>
          <a:p>
            <a:pPr>
              <a:lnSpc>
                <a:spcPct val="150000"/>
              </a:lnSpc>
            </a:pPr>
            <a:r>
              <a:rPr kumimoji="1" lang="en-US" altLang="zh-CN"/>
              <a:t>1.MTK</a:t>
            </a:r>
            <a:r>
              <a:rPr kumimoji="1" lang="zh-CN" altLang="en-US"/>
              <a:t>给出了修改参考，需要将</a:t>
            </a:r>
            <a:r>
              <a:rPr kumimoji="1" lang="en-US" altLang="zh-CN"/>
              <a:t>mtk</a:t>
            </a:r>
            <a:r>
              <a:rPr kumimoji="1" lang="zh-CN" altLang="en-US"/>
              <a:t>的</a:t>
            </a:r>
            <a:r>
              <a:rPr kumimoji="1" lang="en-US" altLang="zh-CN"/>
              <a:t>heif</a:t>
            </a:r>
            <a:r>
              <a:rPr kumimoji="1" lang="zh-CN" altLang="en-US"/>
              <a:t>编解码器的规格修改到</a:t>
            </a:r>
            <a:r>
              <a:rPr kumimoji="1" lang="en-US" altLang="zh-CN"/>
              <a:t>8192*8192</a:t>
            </a:r>
            <a:r>
              <a:rPr kumimoji="1" lang="zh-CN" altLang="en-US"/>
              <a:t>来规避</a:t>
            </a:r>
            <a:r>
              <a:rPr kumimoji="1" lang="en-US" altLang="zh-CN"/>
              <a:t>cts</a:t>
            </a:r>
            <a:r>
              <a:rPr kumimoji="1" lang="zh-CN" altLang="en-US"/>
              <a:t>测试时的内存溢出。</a:t>
            </a:r>
            <a:endParaRPr kumimoji="1" lang="en-US" altLang="zh-CN"/>
          </a:p>
          <a:p>
            <a:pPr>
              <a:lnSpc>
                <a:spcPct val="150000"/>
              </a:lnSpc>
            </a:pPr>
            <a:r>
              <a:rPr kumimoji="1" lang="en-US" altLang="zh-CN"/>
              <a:t>2.</a:t>
            </a:r>
            <a:r>
              <a:rPr kumimoji="1" lang="zh-CN" altLang="en-US"/>
              <a:t>由于此修改的代码仓不同内存是公用同一个，高通给出的建议基于不同内存不同代码仓的修改，当前项目前期已通过评估不区分代码仓，因此无法直接修改源配置文件。</a:t>
            </a:r>
            <a:endParaRPr kumimoji="1" lang="en-US" altLang="zh-CN"/>
          </a:p>
          <a:p>
            <a:pPr>
              <a:lnSpc>
                <a:spcPct val="150000"/>
              </a:lnSpc>
            </a:pPr>
            <a:r>
              <a:rPr kumimoji="1" lang="en-US" altLang="zh-CN"/>
              <a:t>3.</a:t>
            </a:r>
            <a:r>
              <a:rPr kumimoji="1" lang="zh-CN" altLang="en-US"/>
              <a:t>通过在编译阶段导入不同配置文件。但是在编译阶段单产品并没有宏来区分不同的内存机器。</a:t>
            </a:r>
            <a:endParaRPr kumimoji="1" lang="en-US" altLang="zh-CN"/>
          </a:p>
          <a:p>
            <a:pPr>
              <a:lnSpc>
                <a:spcPct val="150000"/>
              </a:lnSpc>
            </a:pPr>
            <a:r>
              <a:rPr kumimoji="1" lang="en-US" altLang="zh-CN"/>
              <a:t>4.</a:t>
            </a:r>
            <a:r>
              <a:rPr kumimoji="1" lang="zh-CN" altLang="en-US"/>
              <a:t>通过在编译指令中添加字段来在编译阶段区分。经评估该方案对现有编译影响较大，不采用。</a:t>
            </a:r>
            <a:endParaRPr kumimoji="1" lang="en-US" altLang="zh-CN"/>
          </a:p>
          <a:p>
            <a:pPr>
              <a:lnSpc>
                <a:spcPct val="150000"/>
              </a:lnSpc>
            </a:pPr>
            <a:r>
              <a:rPr kumimoji="1" lang="en-US" altLang="zh-CN"/>
              <a:t>5.</a:t>
            </a:r>
            <a:r>
              <a:rPr kumimoji="1" lang="zh-CN" altLang="en-US"/>
              <a:t>通过在运行态中通过</a:t>
            </a:r>
            <a:r>
              <a:rPr kumimoji="1" lang="en-US" altLang="zh-CN"/>
              <a:t>rc</a:t>
            </a:r>
            <a:r>
              <a:rPr kumimoji="1" lang="zh-CN" altLang="en-US"/>
              <a:t>中获取内存节点值来修改系统用于指定另外加载配置文件的属性值。这样当在</a:t>
            </a:r>
            <a:r>
              <a:rPr kumimoji="1" lang="en-US" altLang="zh-CN"/>
              <a:t>4GB</a:t>
            </a:r>
            <a:r>
              <a:rPr kumimoji="1" lang="zh-CN" altLang="en-US"/>
              <a:t>内存的机器上，系统就可以另外读取另一个指定的配置文件并将其中的配置项覆盖之前的配置项。</a:t>
            </a:r>
          </a:p>
        </p:txBody>
      </p:sp>
    </p:spTree>
    <p:extLst>
      <p:ext uri="{BB962C8B-B14F-4D97-AF65-F5344CB8AC3E}">
        <p14:creationId xmlns:p14="http://schemas.microsoft.com/office/powerpoint/2010/main" val="37615484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矩形 1"/>
          <p:cNvSpPr/>
          <p:nvPr/>
        </p:nvSpPr>
        <p:spPr>
          <a:xfrm>
            <a:off x="2602523" y="2708031"/>
            <a:ext cx="6978162" cy="72096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4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05 </a:t>
            </a:r>
            <a:r>
              <a:rPr kumimoji="0" lang="zh-CN" altLang="en-US" sz="4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总结</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417443" y="178904"/>
            <a:ext cx="825867" cy="461665"/>
          </a:xfrm>
          <a:prstGeom prst="rect">
            <a:avLst/>
          </a:prstGeom>
          <a:noFill/>
        </p:spPr>
        <p:txBody>
          <a:bodyPr wrap="none" rtlCol="0">
            <a:spAutoFit/>
          </a:bodyPr>
          <a:lstStyle/>
          <a:p>
            <a:r>
              <a:rPr lang="zh-CN" altLang="en-US" sz="2400" b="1" spc="100" dirty="0">
                <a:latin typeface="微软雅黑" panose="020B0503020204020204" pitchFamily="34" charset="-122"/>
                <a:ea typeface="微软雅黑" panose="020B0503020204020204" pitchFamily="34" charset="-122"/>
              </a:rPr>
              <a:t>总结</a:t>
            </a:r>
          </a:p>
        </p:txBody>
      </p:sp>
      <p:sp>
        <p:nvSpPr>
          <p:cNvPr id="2" name="文本框 1">
            <a:extLst>
              <a:ext uri="{FF2B5EF4-FFF2-40B4-BE49-F238E27FC236}">
                <a16:creationId xmlns:a16="http://schemas.microsoft.com/office/drawing/2014/main" id="{10E8EF2F-825D-40BE-5B72-4DD7628AA169}"/>
              </a:ext>
            </a:extLst>
          </p:cNvPr>
          <p:cNvSpPr txBox="1"/>
          <p:nvPr/>
        </p:nvSpPr>
        <p:spPr>
          <a:xfrm>
            <a:off x="417443" y="914399"/>
            <a:ext cx="11405508" cy="1706878"/>
          </a:xfrm>
          <a:prstGeom prst="rect">
            <a:avLst/>
          </a:prstGeom>
          <a:noFill/>
        </p:spPr>
        <p:txBody>
          <a:bodyPr wrap="square" rtlCol="0">
            <a:spAutoFit/>
          </a:bodyPr>
          <a:lstStyle/>
          <a:p>
            <a:pPr>
              <a:lnSpc>
                <a:spcPct val="150000"/>
              </a:lnSpc>
            </a:pPr>
            <a:r>
              <a:rPr kumimoji="1" lang="en-US" altLang="zh-CN"/>
              <a:t>1.</a:t>
            </a:r>
            <a:r>
              <a:rPr kumimoji="1" lang="zh-CN" altLang="en-US"/>
              <a:t>对于</a:t>
            </a:r>
            <a:r>
              <a:rPr kumimoji="1" lang="en-US" altLang="zh-CN"/>
              <a:t>CTS</a:t>
            </a:r>
            <a:r>
              <a:rPr kumimoji="1" lang="zh-CN" altLang="en-US"/>
              <a:t>的非动态项的问题调试来说，使用本地快速编译调试的方法可以快速的确定问题并快速验证。</a:t>
            </a:r>
            <a:endParaRPr kumimoji="1" lang="en-US" altLang="zh-CN"/>
          </a:p>
          <a:p>
            <a:pPr>
              <a:lnSpc>
                <a:spcPct val="150000"/>
              </a:lnSpc>
            </a:pPr>
            <a:r>
              <a:rPr kumimoji="1" lang="en-US" altLang="zh-CN"/>
              <a:t>2.</a:t>
            </a:r>
            <a:r>
              <a:rPr kumimoji="1" lang="zh-CN" altLang="en-US"/>
              <a:t>对于未进行代码分仓的项目来说，当相对于不同配置的机型需要修改同一个配置文件时，在运行态中通过</a:t>
            </a:r>
            <a:r>
              <a:rPr kumimoji="1" lang="en-US" altLang="zh-CN"/>
              <a:t>rc</a:t>
            </a:r>
            <a:r>
              <a:rPr kumimoji="1" lang="zh-CN" altLang="en-US"/>
              <a:t>或者不同的参数节点进行判断执行修改</a:t>
            </a:r>
            <a:r>
              <a:rPr kumimoji="1" lang="en-US" altLang="zh-CN"/>
              <a:t>prop</a:t>
            </a:r>
            <a:r>
              <a:rPr kumimoji="1" lang="zh-CN" altLang="en-US"/>
              <a:t>配置是个不错的选择，减少了对源功能模块的逻辑改动，增强了对不同配置的兼容能力。</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7" name="矩形 6"/>
          <p:cNvSpPr/>
          <p:nvPr/>
        </p:nvSpPr>
        <p:spPr>
          <a:xfrm>
            <a:off x="4219827" y="2572068"/>
            <a:ext cx="6552730" cy="922020"/>
          </a:xfrm>
          <a:prstGeom prst="rect">
            <a:avLst/>
          </a:prstGeom>
          <a:noFill/>
          <a:effectLst/>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2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愿景</a:t>
            </a:r>
            <a:br>
              <a:rPr kumimoji="0" lang="en-US" altLang="zh-CN" sz="2400" b="1" i="0" u="none" strike="noStrike" kern="1200" cap="none" spc="0" normalizeH="0" baseline="0" noProof="0" dirty="0">
                <a:ln>
                  <a:noFill/>
                </a:ln>
                <a:solidFill>
                  <a:prstClr val="white"/>
                </a:solidFill>
                <a:effectLst>
                  <a:reflection blurRad="6350" stA="26000" endPos="60000" dist="60007" dir="5400000" sy="-100000" algn="bl" rotWithShape="0"/>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br>
            <a:r>
              <a:rPr kumimoji="0" lang="en-US" altLang="zh-CN" sz="16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成为领先的智能产品和服务提供商</a:t>
            </a:r>
          </a:p>
        </p:txBody>
      </p:sp>
      <p:sp>
        <p:nvSpPr>
          <p:cNvPr id="8" name="矩形 7"/>
          <p:cNvSpPr/>
          <p:nvPr/>
        </p:nvSpPr>
        <p:spPr>
          <a:xfrm>
            <a:off x="4219827" y="1593273"/>
            <a:ext cx="6552730" cy="922020"/>
          </a:xfrm>
          <a:prstGeom prst="rect">
            <a:avLst/>
          </a:prstGeom>
          <a:noFill/>
          <a:effec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2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rPr>
              <a:t>使命</a:t>
            </a:r>
            <a:br>
              <a:rPr kumimoji="0" lang="en-US" altLang="zh-CN" sz="1600" b="1" i="0" u="none" strike="noStrike" kern="1200" cap="none" spc="0" normalizeH="0" baseline="0" noProof="0" dirty="0">
                <a:ln>
                  <a:noFill/>
                </a:ln>
                <a:solidFill>
                  <a:prstClr val="white"/>
                </a:solidFill>
                <a:effectLst>
                  <a:reflection blurRad="6350" stA="26000" endPos="60000" dist="60007" dir="5400000" sy="-100000" algn="bl" rotWithShape="0"/>
                </a:effectLst>
                <a:uLnTx/>
                <a:uFillTx/>
                <a:latin typeface="Arial" panose="020B0604020202020204"/>
                <a:ea typeface="黑体" panose="02010609060101010101" pitchFamily="49" charset="-122"/>
                <a:cs typeface="+mn-ea"/>
                <a:sym typeface="+mn-lt"/>
              </a:rPr>
            </a:br>
            <a:r>
              <a:rPr kumimoji="0" lang="en-US" altLang="zh-CN" sz="16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rPr>
              <a:t>用科技为社会创造新价值</a:t>
            </a:r>
          </a:p>
        </p:txBody>
      </p:sp>
      <p:sp>
        <p:nvSpPr>
          <p:cNvPr id="9" name="矩形 8"/>
          <p:cNvSpPr/>
          <p:nvPr/>
        </p:nvSpPr>
        <p:spPr>
          <a:xfrm>
            <a:off x="4208735" y="3556261"/>
            <a:ext cx="3320619" cy="1660525"/>
          </a:xfrm>
          <a:prstGeom prst="rect">
            <a:avLst/>
          </a:prstGeom>
          <a:effec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2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rPr>
              <a:t>核心价值观</a:t>
            </a:r>
            <a:br>
              <a:rPr kumimoji="0" lang="en-US" altLang="zh-CN" sz="2400" b="1" i="0" u="none" strike="noStrike" kern="1200" cap="none" spc="0" normalizeH="0" baseline="0" noProof="0" dirty="0">
                <a:ln>
                  <a:noFill/>
                </a:ln>
                <a:solidFill>
                  <a:prstClr val="white"/>
                </a:solidFill>
                <a:effectLst>
                  <a:reflection blurRad="6350" stA="26000" endPos="60000" dist="60007" dir="5400000" sy="-100000" algn="bl" rotWithShape="0"/>
                </a:effectLst>
                <a:uLnTx/>
                <a:uFillTx/>
                <a:latin typeface="Arial" panose="020B0604020202020204"/>
                <a:ea typeface="黑体" panose="02010609060101010101" pitchFamily="49" charset="-122"/>
                <a:cs typeface="+mn-ea"/>
                <a:sym typeface="+mn-lt"/>
              </a:rPr>
            </a:br>
            <a:r>
              <a:rPr kumimoji="0" lang="en-US" altLang="zh-CN" sz="1600" b="0" i="0" u="none" strike="noStrike" kern="1200" cap="none" spc="0" normalizeH="0" baseline="0" noProof="0" dirty="0" err="1">
                <a:ln>
                  <a:noFill/>
                </a:ln>
                <a:solidFill>
                  <a:prstClr val="white"/>
                </a:solidFill>
                <a:effectLst/>
                <a:uLnTx/>
                <a:uFillTx/>
                <a:latin typeface="微软雅黑" panose="020B0503020204020204" pitchFamily="34" charset="-122"/>
                <a:ea typeface="微软雅黑" panose="020B0503020204020204" pitchFamily="34" charset="-122"/>
                <a:cs typeface="+mn-ea"/>
                <a:sym typeface="+mn-lt"/>
              </a:rPr>
              <a:t>以客户为中心</a:t>
            </a:r>
            <a:endParaRPr kumimoji="0" lang="en-US" altLang="zh-CN" sz="16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1600" b="0" i="0" u="none" strike="noStrike" kern="1200" cap="none" spc="0" normalizeH="0" baseline="0" noProof="0" dirty="0" err="1">
                <a:ln>
                  <a:noFill/>
                </a:ln>
                <a:solidFill>
                  <a:prstClr val="white"/>
                </a:solidFill>
                <a:effectLst/>
                <a:uLnTx/>
                <a:uFillTx/>
                <a:latin typeface="微软雅黑" panose="020B0503020204020204" pitchFamily="34" charset="-122"/>
                <a:ea typeface="微软雅黑" panose="020B0503020204020204" pitchFamily="34" charset="-122"/>
                <a:cs typeface="+mn-ea"/>
                <a:sym typeface="+mn-lt"/>
              </a:rPr>
              <a:t>以贡献者为本</a:t>
            </a:r>
            <a:endParaRPr kumimoji="0" lang="en-US" altLang="zh-CN" sz="16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1600" b="0" i="0" u="none" strike="noStrike" kern="1200" cap="none" spc="0" normalizeH="0" baseline="0" noProof="0" dirty="0" err="1">
                <a:ln>
                  <a:noFill/>
                </a:ln>
                <a:solidFill>
                  <a:prstClr val="white"/>
                </a:solidFill>
                <a:effectLst/>
                <a:uLnTx/>
                <a:uFillTx/>
                <a:latin typeface="微软雅黑" panose="020B0503020204020204" pitchFamily="34" charset="-122"/>
                <a:ea typeface="微软雅黑" panose="020B0503020204020204" pitchFamily="34" charset="-122"/>
                <a:cs typeface="+mn-ea"/>
                <a:sym typeface="+mn-lt"/>
              </a:rPr>
              <a:t>长期主义</a:t>
            </a:r>
            <a:endParaRPr kumimoji="0" lang="en-US" altLang="zh-CN" sz="16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PP_MARK_KEY" val="14743de0-5e1a-441d-be10-301dd693b907"/>
  <p:tag name="COMMONDATA" val="eyJoZGlkIjoiMGRmYjFhMjIwNDUzYWFiMGEwYTJlN2M1MTIxYjZmYTIifQ=="/>
</p:tagLst>
</file>

<file path=ppt/tags/tag2.xml><?xml version="1.0" encoding="utf-8"?>
<p:tagLst xmlns:a="http://schemas.openxmlformats.org/drawingml/2006/main" xmlns:r="http://schemas.openxmlformats.org/officeDocument/2006/relationships" xmlns:p="http://schemas.openxmlformats.org/presentationml/2006/main">
  <p:tag name="KSO_WM_UNIT_TABLE_BEAUTIFY" val="smartTable{c2cf2efd-bf1c-49fc-87d7-9106375ae179}"/>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25400">
          <a:solidFill>
            <a:srgbClr val="FF0000"/>
          </a:solidFill>
        </a:ln>
      </a:spPr>
      <a:bodyPr rtlCol="0" anchor="ctr"/>
      <a:lstStyle>
        <a:defPPr algn="ctr">
          <a:defRPr kumimoji="1"/>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Black-Arial">
      <a:majorFont>
        <a:latin typeface="Arial Black"/>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2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Black-Arial">
      <a:majorFont>
        <a:latin typeface="Arial Black"/>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3037</Words>
  <Application>Microsoft Macintosh PowerPoint</Application>
  <PresentationFormat>宽屏</PresentationFormat>
  <Paragraphs>176</Paragraphs>
  <Slides>21</Slides>
  <Notes>0</Notes>
  <HiddenSlides>0</HiddenSlides>
  <MMClips>0</MMClips>
  <ScaleCrop>false</ScaleCrop>
  <HeadingPairs>
    <vt:vector size="6" baseType="variant">
      <vt:variant>
        <vt:lpstr>已用的字体</vt:lpstr>
      </vt:variant>
      <vt:variant>
        <vt:i4>9</vt:i4>
      </vt:variant>
      <vt:variant>
        <vt:lpstr>主题</vt:lpstr>
      </vt:variant>
      <vt:variant>
        <vt:i4>4</vt:i4>
      </vt:variant>
      <vt:variant>
        <vt:lpstr>幻灯片标题</vt:lpstr>
      </vt:variant>
      <vt:variant>
        <vt:i4>21</vt:i4>
      </vt:variant>
    </vt:vector>
  </HeadingPairs>
  <TitlesOfParts>
    <vt:vector size="34" baseType="lpstr">
      <vt:lpstr>等线</vt:lpstr>
      <vt:lpstr>等线 Light</vt:lpstr>
      <vt:lpstr>楷体</vt:lpstr>
      <vt:lpstr>微软雅黑</vt:lpstr>
      <vt:lpstr>quote-cjk-patch</vt:lpstr>
      <vt:lpstr>Arial</vt:lpstr>
      <vt:lpstr>Arial Black</vt:lpstr>
      <vt:lpstr>Calibri</vt:lpstr>
      <vt:lpstr>Consolas</vt:lpstr>
      <vt:lpstr>Office 主题</vt:lpstr>
      <vt:lpstr>1_Office 主题​​</vt:lpstr>
      <vt:lpstr>Office 主题​​</vt:lpstr>
      <vt:lpstr>2_Office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2025-02-28T01:38:42Z</dcterms:created>
  <dcterms:modified xsi:type="dcterms:W3CDTF">2025-09-07T14:15:13Z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13D70385650B408FAEB72BEBD79E2F81</vt:lpwstr>
  </property>
  <property fmtid="{D5CDD505-2E9C-101B-9397-08002B2CF9AE}" pid="3" name="KSOProductBuildVer">
    <vt:lpwstr>2052-0.0.0.0</vt:lpwstr>
  </property>
</Properties>
</file>